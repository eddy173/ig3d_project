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52"/>
  </p:normalViewPr>
  <p:slideViewPr>
    <p:cSldViewPr snapToGrid="0">
      <p:cViewPr>
        <p:scale>
          <a:sx n="55" d="100"/>
          <a:sy n="55" d="100"/>
        </p:scale>
        <p:origin x="1072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1846D7-0D91-4ACA-8EED-C4DDBC039D7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D2D0B6-48F0-490B-BD36-462A3BF5F337}">
      <dgm:prSet/>
      <dgm:spPr/>
      <dgm:t>
        <a:bodyPr/>
        <a:lstStyle/>
        <a:p>
          <a:r>
            <a:rPr lang="en-US" dirty="0"/>
            <a:t>- Implementation of a layered depth of field effect using Blender's compositor.</a:t>
          </a:r>
        </a:p>
      </dgm:t>
    </dgm:pt>
    <dgm:pt modelId="{0C15FE2E-93D3-418E-B9CF-E430D74CBB1C}" type="parTrans" cxnId="{9F01B273-9984-451B-8923-F653DB730FF9}">
      <dgm:prSet/>
      <dgm:spPr/>
      <dgm:t>
        <a:bodyPr/>
        <a:lstStyle/>
        <a:p>
          <a:endParaRPr lang="en-US"/>
        </a:p>
      </dgm:t>
    </dgm:pt>
    <dgm:pt modelId="{E335883C-5FCB-4405-B9DF-D1EC4C9918F1}" type="sibTrans" cxnId="{9F01B273-9984-451B-8923-F653DB730FF9}">
      <dgm:prSet/>
      <dgm:spPr/>
      <dgm:t>
        <a:bodyPr/>
        <a:lstStyle/>
        <a:p>
          <a:endParaRPr lang="en-US"/>
        </a:p>
      </dgm:t>
    </dgm:pt>
    <dgm:pt modelId="{90CD843B-BAE8-462A-9B8B-3C08974068AC}">
      <dgm:prSet/>
      <dgm:spPr/>
      <dgm:t>
        <a:bodyPr/>
        <a:lstStyle/>
        <a:p>
          <a:r>
            <a:rPr lang="en-US" dirty="0"/>
            <a:t>- The depth pass is normalized and divided into multiple layers.</a:t>
          </a:r>
        </a:p>
      </dgm:t>
    </dgm:pt>
    <dgm:pt modelId="{A7459E48-3DAB-454C-B490-BA82CA5E05AC}" type="parTrans" cxnId="{CDAC8C99-C5D0-46B0-8486-349A11D87F3C}">
      <dgm:prSet/>
      <dgm:spPr/>
      <dgm:t>
        <a:bodyPr/>
        <a:lstStyle/>
        <a:p>
          <a:endParaRPr lang="en-US"/>
        </a:p>
      </dgm:t>
    </dgm:pt>
    <dgm:pt modelId="{035E968A-EC32-41FA-8E06-4D3AD0A10B4F}" type="sibTrans" cxnId="{CDAC8C99-C5D0-46B0-8486-349A11D87F3C}">
      <dgm:prSet/>
      <dgm:spPr/>
      <dgm:t>
        <a:bodyPr/>
        <a:lstStyle/>
        <a:p>
          <a:endParaRPr lang="en-US"/>
        </a:p>
      </dgm:t>
    </dgm:pt>
    <dgm:pt modelId="{2C83262F-5930-44BE-A649-F401FB42F18B}">
      <dgm:prSet/>
      <dgm:spPr/>
      <dgm:t>
        <a:bodyPr/>
        <a:lstStyle/>
        <a:p>
          <a:r>
            <a:rPr lang="en-US" dirty="0"/>
            <a:t>- For each layer, a Circle of Confusion (CoC) radius is calculated based on the distance from the focus plane.</a:t>
          </a:r>
        </a:p>
      </dgm:t>
    </dgm:pt>
    <dgm:pt modelId="{CFDFCA9D-C0CB-4BFD-B24E-D58CFF47E543}" type="parTrans" cxnId="{A7F88FB3-62CF-4A82-91FE-F9F73A09B350}">
      <dgm:prSet/>
      <dgm:spPr/>
      <dgm:t>
        <a:bodyPr/>
        <a:lstStyle/>
        <a:p>
          <a:endParaRPr lang="en-US"/>
        </a:p>
      </dgm:t>
    </dgm:pt>
    <dgm:pt modelId="{7B7A0741-778B-487F-9F32-B10BD68F7AE0}" type="sibTrans" cxnId="{A7F88FB3-62CF-4A82-91FE-F9F73A09B350}">
      <dgm:prSet/>
      <dgm:spPr/>
      <dgm:t>
        <a:bodyPr/>
        <a:lstStyle/>
        <a:p>
          <a:endParaRPr lang="en-US"/>
        </a:p>
      </dgm:t>
    </dgm:pt>
    <dgm:pt modelId="{0EB166BB-B827-4160-9233-8BB62BF6C6D6}">
      <dgm:prSet/>
      <dgm:spPr/>
      <dgm:t>
        <a:bodyPr/>
        <a:lstStyle/>
        <a:p>
          <a:r>
            <a:rPr lang="en-US"/>
            <a:t>- A mask is generated to isolate each layer, and this mask sets the layer's alpha.</a:t>
          </a:r>
        </a:p>
      </dgm:t>
    </dgm:pt>
    <dgm:pt modelId="{A2AA7601-ED55-4F00-A739-0DE83E145A0A}" type="parTrans" cxnId="{3B4AFC83-3924-436D-92F5-09D7D720B2F7}">
      <dgm:prSet/>
      <dgm:spPr/>
      <dgm:t>
        <a:bodyPr/>
        <a:lstStyle/>
        <a:p>
          <a:endParaRPr lang="en-US"/>
        </a:p>
      </dgm:t>
    </dgm:pt>
    <dgm:pt modelId="{99924AD3-DEA4-4A85-B188-9C092BB85379}" type="sibTrans" cxnId="{3B4AFC83-3924-436D-92F5-09D7D720B2F7}">
      <dgm:prSet/>
      <dgm:spPr/>
      <dgm:t>
        <a:bodyPr/>
        <a:lstStyle/>
        <a:p>
          <a:endParaRPr lang="en-US"/>
        </a:p>
      </dgm:t>
    </dgm:pt>
    <dgm:pt modelId="{B0135A66-440F-45E1-A4D3-51342394C216}">
      <dgm:prSet/>
      <dgm:spPr/>
      <dgm:t>
        <a:bodyPr/>
        <a:lstStyle/>
        <a:p>
          <a:r>
            <a:rPr lang="en-US" dirty="0"/>
            <a:t>- Each layer is blurred according to its CoC.</a:t>
          </a:r>
        </a:p>
      </dgm:t>
    </dgm:pt>
    <dgm:pt modelId="{63CA0926-FB37-4D0B-8F58-D9434489ED27}" type="parTrans" cxnId="{D5A64048-D54D-4C9A-BF09-9108E210690C}">
      <dgm:prSet/>
      <dgm:spPr/>
      <dgm:t>
        <a:bodyPr/>
        <a:lstStyle/>
        <a:p>
          <a:endParaRPr lang="en-US"/>
        </a:p>
      </dgm:t>
    </dgm:pt>
    <dgm:pt modelId="{26B578DD-D11E-4757-9AFE-FCEB105D6DC9}" type="sibTrans" cxnId="{D5A64048-D54D-4C9A-BF09-9108E210690C}">
      <dgm:prSet/>
      <dgm:spPr/>
      <dgm:t>
        <a:bodyPr/>
        <a:lstStyle/>
        <a:p>
          <a:endParaRPr lang="en-US"/>
        </a:p>
      </dgm:t>
    </dgm:pt>
    <dgm:pt modelId="{7F18B797-4407-42ED-BF55-84960E94BB1B}" type="pres">
      <dgm:prSet presAssocID="{761846D7-0D91-4ACA-8EED-C4DDBC039D7D}" presName="vert0" presStyleCnt="0">
        <dgm:presLayoutVars>
          <dgm:dir/>
          <dgm:animOne val="branch"/>
          <dgm:animLvl val="lvl"/>
        </dgm:presLayoutVars>
      </dgm:prSet>
      <dgm:spPr/>
    </dgm:pt>
    <dgm:pt modelId="{6BD7FD20-F29C-40FB-9BFB-32FFD7EC094E}" type="pres">
      <dgm:prSet presAssocID="{2AD2D0B6-48F0-490B-BD36-462A3BF5F337}" presName="thickLine" presStyleLbl="alignNode1" presStyleIdx="0" presStyleCnt="5"/>
      <dgm:spPr/>
    </dgm:pt>
    <dgm:pt modelId="{73D24FCE-F60B-4269-ADEA-CE90D17DFD5E}" type="pres">
      <dgm:prSet presAssocID="{2AD2D0B6-48F0-490B-BD36-462A3BF5F337}" presName="horz1" presStyleCnt="0"/>
      <dgm:spPr/>
    </dgm:pt>
    <dgm:pt modelId="{FBB17941-0108-4122-A4FD-0FC9F88C7E1D}" type="pres">
      <dgm:prSet presAssocID="{2AD2D0B6-48F0-490B-BD36-462A3BF5F337}" presName="tx1" presStyleLbl="revTx" presStyleIdx="0" presStyleCnt="5"/>
      <dgm:spPr/>
    </dgm:pt>
    <dgm:pt modelId="{E5C84CFB-AAB0-4CB3-9E47-E136076D1510}" type="pres">
      <dgm:prSet presAssocID="{2AD2D0B6-48F0-490B-BD36-462A3BF5F337}" presName="vert1" presStyleCnt="0"/>
      <dgm:spPr/>
    </dgm:pt>
    <dgm:pt modelId="{F0E53EC0-29FF-4DE2-B062-09DC78520B88}" type="pres">
      <dgm:prSet presAssocID="{90CD843B-BAE8-462A-9B8B-3C08974068AC}" presName="thickLine" presStyleLbl="alignNode1" presStyleIdx="1" presStyleCnt="5"/>
      <dgm:spPr/>
    </dgm:pt>
    <dgm:pt modelId="{3C5D03DF-6014-4DBA-9441-A9365FC93BD1}" type="pres">
      <dgm:prSet presAssocID="{90CD843B-BAE8-462A-9B8B-3C08974068AC}" presName="horz1" presStyleCnt="0"/>
      <dgm:spPr/>
    </dgm:pt>
    <dgm:pt modelId="{3142E7B5-44B5-455B-A52F-7655F6BB6385}" type="pres">
      <dgm:prSet presAssocID="{90CD843B-BAE8-462A-9B8B-3C08974068AC}" presName="tx1" presStyleLbl="revTx" presStyleIdx="1" presStyleCnt="5"/>
      <dgm:spPr/>
    </dgm:pt>
    <dgm:pt modelId="{C24945FF-8CDA-4794-BA35-C787F03B15EF}" type="pres">
      <dgm:prSet presAssocID="{90CD843B-BAE8-462A-9B8B-3C08974068AC}" presName="vert1" presStyleCnt="0"/>
      <dgm:spPr/>
    </dgm:pt>
    <dgm:pt modelId="{DB62B761-9A72-4E82-B4B9-973A3281C9D9}" type="pres">
      <dgm:prSet presAssocID="{2C83262F-5930-44BE-A649-F401FB42F18B}" presName="thickLine" presStyleLbl="alignNode1" presStyleIdx="2" presStyleCnt="5"/>
      <dgm:spPr/>
    </dgm:pt>
    <dgm:pt modelId="{4BBA3799-7F79-4F44-A949-7AEE1CFF9CC8}" type="pres">
      <dgm:prSet presAssocID="{2C83262F-5930-44BE-A649-F401FB42F18B}" presName="horz1" presStyleCnt="0"/>
      <dgm:spPr/>
    </dgm:pt>
    <dgm:pt modelId="{DF0E17F4-D35E-4DF2-9F7A-300209D6BA7A}" type="pres">
      <dgm:prSet presAssocID="{2C83262F-5930-44BE-A649-F401FB42F18B}" presName="tx1" presStyleLbl="revTx" presStyleIdx="2" presStyleCnt="5"/>
      <dgm:spPr/>
    </dgm:pt>
    <dgm:pt modelId="{D1CDD689-EBB2-4F64-88D8-405F627991EE}" type="pres">
      <dgm:prSet presAssocID="{2C83262F-5930-44BE-A649-F401FB42F18B}" presName="vert1" presStyleCnt="0"/>
      <dgm:spPr/>
    </dgm:pt>
    <dgm:pt modelId="{04A58EF0-C6BB-4B3B-89C4-F0ACCC37EC80}" type="pres">
      <dgm:prSet presAssocID="{0EB166BB-B827-4160-9233-8BB62BF6C6D6}" presName="thickLine" presStyleLbl="alignNode1" presStyleIdx="3" presStyleCnt="5"/>
      <dgm:spPr/>
    </dgm:pt>
    <dgm:pt modelId="{C29E1545-8C47-4053-877F-E04AB38AE163}" type="pres">
      <dgm:prSet presAssocID="{0EB166BB-B827-4160-9233-8BB62BF6C6D6}" presName="horz1" presStyleCnt="0"/>
      <dgm:spPr/>
    </dgm:pt>
    <dgm:pt modelId="{6AC5D120-4AF0-423A-A729-45C443F2C3B9}" type="pres">
      <dgm:prSet presAssocID="{0EB166BB-B827-4160-9233-8BB62BF6C6D6}" presName="tx1" presStyleLbl="revTx" presStyleIdx="3" presStyleCnt="5"/>
      <dgm:spPr/>
    </dgm:pt>
    <dgm:pt modelId="{9AECFE79-F66A-406C-815B-623533882504}" type="pres">
      <dgm:prSet presAssocID="{0EB166BB-B827-4160-9233-8BB62BF6C6D6}" presName="vert1" presStyleCnt="0"/>
      <dgm:spPr/>
    </dgm:pt>
    <dgm:pt modelId="{469CD3FD-C80C-40DE-BB1B-93D3570C76DC}" type="pres">
      <dgm:prSet presAssocID="{B0135A66-440F-45E1-A4D3-51342394C216}" presName="thickLine" presStyleLbl="alignNode1" presStyleIdx="4" presStyleCnt="5"/>
      <dgm:spPr/>
    </dgm:pt>
    <dgm:pt modelId="{67354F9B-BD6E-4FF8-931C-4D3FFC3079EC}" type="pres">
      <dgm:prSet presAssocID="{B0135A66-440F-45E1-A4D3-51342394C216}" presName="horz1" presStyleCnt="0"/>
      <dgm:spPr/>
    </dgm:pt>
    <dgm:pt modelId="{DA55B34A-EF27-4F42-8CBA-59472FEC7825}" type="pres">
      <dgm:prSet presAssocID="{B0135A66-440F-45E1-A4D3-51342394C216}" presName="tx1" presStyleLbl="revTx" presStyleIdx="4" presStyleCnt="5"/>
      <dgm:spPr/>
    </dgm:pt>
    <dgm:pt modelId="{055306CC-55E3-466E-A4D6-272F0746D5A6}" type="pres">
      <dgm:prSet presAssocID="{B0135A66-440F-45E1-A4D3-51342394C216}" presName="vert1" presStyleCnt="0"/>
      <dgm:spPr/>
    </dgm:pt>
  </dgm:ptLst>
  <dgm:cxnLst>
    <dgm:cxn modelId="{CD161503-FE28-417E-8B6E-5CA1521DDE34}" type="presOf" srcId="{2C83262F-5930-44BE-A649-F401FB42F18B}" destId="{DF0E17F4-D35E-4DF2-9F7A-300209D6BA7A}" srcOrd="0" destOrd="0" presId="urn:microsoft.com/office/officeart/2008/layout/LinedList"/>
    <dgm:cxn modelId="{CF87A12F-8AFE-441F-A401-0BFD8BFCBD33}" type="presOf" srcId="{0EB166BB-B827-4160-9233-8BB62BF6C6D6}" destId="{6AC5D120-4AF0-423A-A729-45C443F2C3B9}" srcOrd="0" destOrd="0" presId="urn:microsoft.com/office/officeart/2008/layout/LinedList"/>
    <dgm:cxn modelId="{D5A64048-D54D-4C9A-BF09-9108E210690C}" srcId="{761846D7-0D91-4ACA-8EED-C4DDBC039D7D}" destId="{B0135A66-440F-45E1-A4D3-51342394C216}" srcOrd="4" destOrd="0" parTransId="{63CA0926-FB37-4D0B-8F58-D9434489ED27}" sibTransId="{26B578DD-D11E-4757-9AFE-FCEB105D6DC9}"/>
    <dgm:cxn modelId="{F1A02A4D-F9CD-40B0-9298-CCD18E29FA04}" type="presOf" srcId="{761846D7-0D91-4ACA-8EED-C4DDBC039D7D}" destId="{7F18B797-4407-42ED-BF55-84960E94BB1B}" srcOrd="0" destOrd="0" presId="urn:microsoft.com/office/officeart/2008/layout/LinedList"/>
    <dgm:cxn modelId="{9F01B273-9984-451B-8923-F653DB730FF9}" srcId="{761846D7-0D91-4ACA-8EED-C4DDBC039D7D}" destId="{2AD2D0B6-48F0-490B-BD36-462A3BF5F337}" srcOrd="0" destOrd="0" parTransId="{0C15FE2E-93D3-418E-B9CF-E430D74CBB1C}" sibTransId="{E335883C-5FCB-4405-B9DF-D1EC4C9918F1}"/>
    <dgm:cxn modelId="{3B4AFC83-3924-436D-92F5-09D7D720B2F7}" srcId="{761846D7-0D91-4ACA-8EED-C4DDBC039D7D}" destId="{0EB166BB-B827-4160-9233-8BB62BF6C6D6}" srcOrd="3" destOrd="0" parTransId="{A2AA7601-ED55-4F00-A739-0DE83E145A0A}" sibTransId="{99924AD3-DEA4-4A85-B188-9C092BB85379}"/>
    <dgm:cxn modelId="{CDAC8C99-C5D0-46B0-8486-349A11D87F3C}" srcId="{761846D7-0D91-4ACA-8EED-C4DDBC039D7D}" destId="{90CD843B-BAE8-462A-9B8B-3C08974068AC}" srcOrd="1" destOrd="0" parTransId="{A7459E48-3DAB-454C-B490-BA82CA5E05AC}" sibTransId="{035E968A-EC32-41FA-8E06-4D3AD0A10B4F}"/>
    <dgm:cxn modelId="{C2B3629C-EAD7-4A24-92D5-716857B4EFAC}" type="presOf" srcId="{2AD2D0B6-48F0-490B-BD36-462A3BF5F337}" destId="{FBB17941-0108-4122-A4FD-0FC9F88C7E1D}" srcOrd="0" destOrd="0" presId="urn:microsoft.com/office/officeart/2008/layout/LinedList"/>
    <dgm:cxn modelId="{CEEA76A1-6396-4FF7-9659-7A1C2547B73A}" type="presOf" srcId="{B0135A66-440F-45E1-A4D3-51342394C216}" destId="{DA55B34A-EF27-4F42-8CBA-59472FEC7825}" srcOrd="0" destOrd="0" presId="urn:microsoft.com/office/officeart/2008/layout/LinedList"/>
    <dgm:cxn modelId="{0FCC9FA3-3A39-4140-95B4-D2C5410BF266}" type="presOf" srcId="{90CD843B-BAE8-462A-9B8B-3C08974068AC}" destId="{3142E7B5-44B5-455B-A52F-7655F6BB6385}" srcOrd="0" destOrd="0" presId="urn:microsoft.com/office/officeart/2008/layout/LinedList"/>
    <dgm:cxn modelId="{A7F88FB3-62CF-4A82-91FE-F9F73A09B350}" srcId="{761846D7-0D91-4ACA-8EED-C4DDBC039D7D}" destId="{2C83262F-5930-44BE-A649-F401FB42F18B}" srcOrd="2" destOrd="0" parTransId="{CFDFCA9D-C0CB-4BFD-B24E-D58CFF47E543}" sibTransId="{7B7A0741-778B-487F-9F32-B10BD68F7AE0}"/>
    <dgm:cxn modelId="{DED58A6C-602F-42A0-A455-BB09AE13C429}" type="presParOf" srcId="{7F18B797-4407-42ED-BF55-84960E94BB1B}" destId="{6BD7FD20-F29C-40FB-9BFB-32FFD7EC094E}" srcOrd="0" destOrd="0" presId="urn:microsoft.com/office/officeart/2008/layout/LinedList"/>
    <dgm:cxn modelId="{4139C3E6-61F3-489A-9A26-85983E5F2CC9}" type="presParOf" srcId="{7F18B797-4407-42ED-BF55-84960E94BB1B}" destId="{73D24FCE-F60B-4269-ADEA-CE90D17DFD5E}" srcOrd="1" destOrd="0" presId="urn:microsoft.com/office/officeart/2008/layout/LinedList"/>
    <dgm:cxn modelId="{23A32744-1448-4A90-8E1B-EB58A405C10B}" type="presParOf" srcId="{73D24FCE-F60B-4269-ADEA-CE90D17DFD5E}" destId="{FBB17941-0108-4122-A4FD-0FC9F88C7E1D}" srcOrd="0" destOrd="0" presId="urn:microsoft.com/office/officeart/2008/layout/LinedList"/>
    <dgm:cxn modelId="{7169A48B-EF13-4946-B9D7-9FF8FA292B80}" type="presParOf" srcId="{73D24FCE-F60B-4269-ADEA-CE90D17DFD5E}" destId="{E5C84CFB-AAB0-4CB3-9E47-E136076D1510}" srcOrd="1" destOrd="0" presId="urn:microsoft.com/office/officeart/2008/layout/LinedList"/>
    <dgm:cxn modelId="{40C16CFE-5421-4B0F-8082-4495F48E97F6}" type="presParOf" srcId="{7F18B797-4407-42ED-BF55-84960E94BB1B}" destId="{F0E53EC0-29FF-4DE2-B062-09DC78520B88}" srcOrd="2" destOrd="0" presId="urn:microsoft.com/office/officeart/2008/layout/LinedList"/>
    <dgm:cxn modelId="{A430A9E8-9A25-4B2F-836E-C10ED5E2CF6C}" type="presParOf" srcId="{7F18B797-4407-42ED-BF55-84960E94BB1B}" destId="{3C5D03DF-6014-4DBA-9441-A9365FC93BD1}" srcOrd="3" destOrd="0" presId="urn:microsoft.com/office/officeart/2008/layout/LinedList"/>
    <dgm:cxn modelId="{F19A2984-B91B-4655-81D5-C1DF062B54F1}" type="presParOf" srcId="{3C5D03DF-6014-4DBA-9441-A9365FC93BD1}" destId="{3142E7B5-44B5-455B-A52F-7655F6BB6385}" srcOrd="0" destOrd="0" presId="urn:microsoft.com/office/officeart/2008/layout/LinedList"/>
    <dgm:cxn modelId="{1DD1D8B9-0469-485B-888E-6BF89E2865E8}" type="presParOf" srcId="{3C5D03DF-6014-4DBA-9441-A9365FC93BD1}" destId="{C24945FF-8CDA-4794-BA35-C787F03B15EF}" srcOrd="1" destOrd="0" presId="urn:microsoft.com/office/officeart/2008/layout/LinedList"/>
    <dgm:cxn modelId="{5F42C09C-B24C-403E-AEF4-A4A14601C2F5}" type="presParOf" srcId="{7F18B797-4407-42ED-BF55-84960E94BB1B}" destId="{DB62B761-9A72-4E82-B4B9-973A3281C9D9}" srcOrd="4" destOrd="0" presId="urn:microsoft.com/office/officeart/2008/layout/LinedList"/>
    <dgm:cxn modelId="{0926CFD9-B357-4CED-B672-5FA7B34ECE6D}" type="presParOf" srcId="{7F18B797-4407-42ED-BF55-84960E94BB1B}" destId="{4BBA3799-7F79-4F44-A949-7AEE1CFF9CC8}" srcOrd="5" destOrd="0" presId="urn:microsoft.com/office/officeart/2008/layout/LinedList"/>
    <dgm:cxn modelId="{AB741F09-D022-4625-B791-8AE0F888AE25}" type="presParOf" srcId="{4BBA3799-7F79-4F44-A949-7AEE1CFF9CC8}" destId="{DF0E17F4-D35E-4DF2-9F7A-300209D6BA7A}" srcOrd="0" destOrd="0" presId="urn:microsoft.com/office/officeart/2008/layout/LinedList"/>
    <dgm:cxn modelId="{EE883C6A-4DE0-48F7-B4C7-6DEB73BE6BCB}" type="presParOf" srcId="{4BBA3799-7F79-4F44-A949-7AEE1CFF9CC8}" destId="{D1CDD689-EBB2-4F64-88D8-405F627991EE}" srcOrd="1" destOrd="0" presId="urn:microsoft.com/office/officeart/2008/layout/LinedList"/>
    <dgm:cxn modelId="{4F4036AF-3E36-458C-9C4D-72CB306D9701}" type="presParOf" srcId="{7F18B797-4407-42ED-BF55-84960E94BB1B}" destId="{04A58EF0-C6BB-4B3B-89C4-F0ACCC37EC80}" srcOrd="6" destOrd="0" presId="urn:microsoft.com/office/officeart/2008/layout/LinedList"/>
    <dgm:cxn modelId="{6A79E04E-7837-4F2E-B929-8D1A77DE661C}" type="presParOf" srcId="{7F18B797-4407-42ED-BF55-84960E94BB1B}" destId="{C29E1545-8C47-4053-877F-E04AB38AE163}" srcOrd="7" destOrd="0" presId="urn:microsoft.com/office/officeart/2008/layout/LinedList"/>
    <dgm:cxn modelId="{D82276A7-F1CA-45FC-89B3-D5BDDA161ECE}" type="presParOf" srcId="{C29E1545-8C47-4053-877F-E04AB38AE163}" destId="{6AC5D120-4AF0-423A-A729-45C443F2C3B9}" srcOrd="0" destOrd="0" presId="urn:microsoft.com/office/officeart/2008/layout/LinedList"/>
    <dgm:cxn modelId="{9C2526C2-8A32-4F9F-9F90-98C1E9B90810}" type="presParOf" srcId="{C29E1545-8C47-4053-877F-E04AB38AE163}" destId="{9AECFE79-F66A-406C-815B-623533882504}" srcOrd="1" destOrd="0" presId="urn:microsoft.com/office/officeart/2008/layout/LinedList"/>
    <dgm:cxn modelId="{E54AF456-E678-4ACA-99DF-AC8057564314}" type="presParOf" srcId="{7F18B797-4407-42ED-BF55-84960E94BB1B}" destId="{469CD3FD-C80C-40DE-BB1B-93D3570C76DC}" srcOrd="8" destOrd="0" presId="urn:microsoft.com/office/officeart/2008/layout/LinedList"/>
    <dgm:cxn modelId="{ED13E63B-2D4A-4804-B762-163048D90E63}" type="presParOf" srcId="{7F18B797-4407-42ED-BF55-84960E94BB1B}" destId="{67354F9B-BD6E-4FF8-931C-4D3FFC3079EC}" srcOrd="9" destOrd="0" presId="urn:microsoft.com/office/officeart/2008/layout/LinedList"/>
    <dgm:cxn modelId="{168B6AEE-ED5B-4E47-A77D-7BAA173A05C7}" type="presParOf" srcId="{67354F9B-BD6E-4FF8-931C-4D3FFC3079EC}" destId="{DA55B34A-EF27-4F42-8CBA-59472FEC7825}" srcOrd="0" destOrd="0" presId="urn:microsoft.com/office/officeart/2008/layout/LinedList"/>
    <dgm:cxn modelId="{DAA8B7B9-3533-4D41-83F7-23AE785AB0DB}" type="presParOf" srcId="{67354F9B-BD6E-4FF8-931C-4D3FFC3079EC}" destId="{055306CC-55E3-466E-A4D6-272F0746D5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171240-DBF5-43F9-BBA0-62D0AAE890B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C27E3BD-1CE4-4EE7-982D-232881071158}">
      <dgm:prSet/>
      <dgm:spPr/>
      <dgm:t>
        <a:bodyPr/>
        <a:lstStyle/>
        <a:p>
          <a:r>
            <a:rPr lang="en-US" dirty="0"/>
            <a:t>Chromatic aberration is simulated by separating the color channels (R, G, B) of each blurred layer</a:t>
          </a:r>
        </a:p>
      </dgm:t>
    </dgm:pt>
    <dgm:pt modelId="{3AFC5A18-32F4-446E-B0E4-4AF50D6DC012}" type="parTrans" cxnId="{A3E3A4A4-96A9-439C-8D87-9A44B6276D9C}">
      <dgm:prSet/>
      <dgm:spPr/>
      <dgm:t>
        <a:bodyPr/>
        <a:lstStyle/>
        <a:p>
          <a:endParaRPr lang="en-US"/>
        </a:p>
      </dgm:t>
    </dgm:pt>
    <dgm:pt modelId="{9AB1BC70-F0D5-4E5B-9ADE-DBE07254D89F}" type="sibTrans" cxnId="{A3E3A4A4-96A9-439C-8D87-9A44B6276D9C}">
      <dgm:prSet/>
      <dgm:spPr/>
      <dgm:t>
        <a:bodyPr/>
        <a:lstStyle/>
        <a:p>
          <a:endParaRPr lang="en-US"/>
        </a:p>
      </dgm:t>
    </dgm:pt>
    <dgm:pt modelId="{49ECEF42-83D1-44EB-B31B-2AD00F8D281C}">
      <dgm:prSet/>
      <dgm:spPr/>
      <dgm:t>
        <a:bodyPr/>
        <a:lstStyle/>
        <a:p>
          <a:r>
            <a:rPr lang="en-US"/>
            <a:t>The red and blue channels are translated horizontally (offset).</a:t>
          </a:r>
        </a:p>
      </dgm:t>
    </dgm:pt>
    <dgm:pt modelId="{1FC4A966-7DAB-483C-9AF1-C00F9AFA9F8B}" type="parTrans" cxnId="{70FFA88D-850C-4549-B187-45D131480AAE}">
      <dgm:prSet/>
      <dgm:spPr/>
      <dgm:t>
        <a:bodyPr/>
        <a:lstStyle/>
        <a:p>
          <a:endParaRPr lang="en-US"/>
        </a:p>
      </dgm:t>
    </dgm:pt>
    <dgm:pt modelId="{138C1E1B-E4C4-4A2A-A212-404828773400}" type="sibTrans" cxnId="{70FFA88D-850C-4549-B187-45D131480AAE}">
      <dgm:prSet/>
      <dgm:spPr/>
      <dgm:t>
        <a:bodyPr/>
        <a:lstStyle/>
        <a:p>
          <a:endParaRPr lang="en-US"/>
        </a:p>
      </dgm:t>
    </dgm:pt>
    <dgm:pt modelId="{EB23D0E2-AFDD-48CC-9CD0-2E70A833FDAD}">
      <dgm:prSet/>
      <dgm:spPr/>
      <dgm:t>
        <a:bodyPr/>
        <a:lstStyle/>
        <a:p>
          <a:r>
            <a:rPr lang="en-US"/>
            <a:t>The channels are then recombined, creating color fringing, particularly in out-of-focus areas.</a:t>
          </a:r>
        </a:p>
      </dgm:t>
    </dgm:pt>
    <dgm:pt modelId="{7062FF0B-8964-4E10-9E7E-F278219C3331}" type="parTrans" cxnId="{94AF5672-0FDE-4C9B-90A8-12E7F24826ED}">
      <dgm:prSet/>
      <dgm:spPr/>
      <dgm:t>
        <a:bodyPr/>
        <a:lstStyle/>
        <a:p>
          <a:endParaRPr lang="en-US"/>
        </a:p>
      </dgm:t>
    </dgm:pt>
    <dgm:pt modelId="{70776E81-34FB-4189-A5B4-27D8F93DDBB8}" type="sibTrans" cxnId="{94AF5672-0FDE-4C9B-90A8-12E7F24826ED}">
      <dgm:prSet/>
      <dgm:spPr/>
      <dgm:t>
        <a:bodyPr/>
        <a:lstStyle/>
        <a:p>
          <a:endParaRPr lang="en-US"/>
        </a:p>
      </dgm:t>
    </dgm:pt>
    <dgm:pt modelId="{22744C91-E865-4BC7-AB9F-846A0A5696EE}" type="pres">
      <dgm:prSet presAssocID="{1A171240-DBF5-43F9-BBA0-62D0AAE890B4}" presName="outerComposite" presStyleCnt="0">
        <dgm:presLayoutVars>
          <dgm:chMax val="5"/>
          <dgm:dir/>
          <dgm:resizeHandles val="exact"/>
        </dgm:presLayoutVars>
      </dgm:prSet>
      <dgm:spPr/>
    </dgm:pt>
    <dgm:pt modelId="{621D0663-DF8F-4782-966B-3AE44CA9034E}" type="pres">
      <dgm:prSet presAssocID="{1A171240-DBF5-43F9-BBA0-62D0AAE890B4}" presName="dummyMaxCanvas" presStyleCnt="0">
        <dgm:presLayoutVars/>
      </dgm:prSet>
      <dgm:spPr/>
    </dgm:pt>
    <dgm:pt modelId="{159AD7CB-1801-426C-9A3C-69635A447F3B}" type="pres">
      <dgm:prSet presAssocID="{1A171240-DBF5-43F9-BBA0-62D0AAE890B4}" presName="ThreeNodes_1" presStyleLbl="node1" presStyleIdx="0" presStyleCnt="3">
        <dgm:presLayoutVars>
          <dgm:bulletEnabled val="1"/>
        </dgm:presLayoutVars>
      </dgm:prSet>
      <dgm:spPr/>
    </dgm:pt>
    <dgm:pt modelId="{7B550235-4AAF-4940-B189-D8786007D3EF}" type="pres">
      <dgm:prSet presAssocID="{1A171240-DBF5-43F9-BBA0-62D0AAE890B4}" presName="ThreeNodes_2" presStyleLbl="node1" presStyleIdx="1" presStyleCnt="3">
        <dgm:presLayoutVars>
          <dgm:bulletEnabled val="1"/>
        </dgm:presLayoutVars>
      </dgm:prSet>
      <dgm:spPr/>
    </dgm:pt>
    <dgm:pt modelId="{59E0BE56-9A31-4B70-9ECD-32347EA18DFC}" type="pres">
      <dgm:prSet presAssocID="{1A171240-DBF5-43F9-BBA0-62D0AAE890B4}" presName="ThreeNodes_3" presStyleLbl="node1" presStyleIdx="2" presStyleCnt="3">
        <dgm:presLayoutVars>
          <dgm:bulletEnabled val="1"/>
        </dgm:presLayoutVars>
      </dgm:prSet>
      <dgm:spPr/>
    </dgm:pt>
    <dgm:pt modelId="{20E6F0B1-FA70-4C15-9D87-ED7785EC1B2A}" type="pres">
      <dgm:prSet presAssocID="{1A171240-DBF5-43F9-BBA0-62D0AAE890B4}" presName="ThreeConn_1-2" presStyleLbl="fgAccFollowNode1" presStyleIdx="0" presStyleCnt="2">
        <dgm:presLayoutVars>
          <dgm:bulletEnabled val="1"/>
        </dgm:presLayoutVars>
      </dgm:prSet>
      <dgm:spPr/>
    </dgm:pt>
    <dgm:pt modelId="{E4F75385-26B5-4370-8FB1-B11B8E797659}" type="pres">
      <dgm:prSet presAssocID="{1A171240-DBF5-43F9-BBA0-62D0AAE890B4}" presName="ThreeConn_2-3" presStyleLbl="fgAccFollowNode1" presStyleIdx="1" presStyleCnt="2">
        <dgm:presLayoutVars>
          <dgm:bulletEnabled val="1"/>
        </dgm:presLayoutVars>
      </dgm:prSet>
      <dgm:spPr/>
    </dgm:pt>
    <dgm:pt modelId="{0C6BE234-7A9B-4862-B91F-1C4E23F0C135}" type="pres">
      <dgm:prSet presAssocID="{1A171240-DBF5-43F9-BBA0-62D0AAE890B4}" presName="ThreeNodes_1_text" presStyleLbl="node1" presStyleIdx="2" presStyleCnt="3">
        <dgm:presLayoutVars>
          <dgm:bulletEnabled val="1"/>
        </dgm:presLayoutVars>
      </dgm:prSet>
      <dgm:spPr/>
    </dgm:pt>
    <dgm:pt modelId="{AB7CE85F-D7A7-4402-AAAD-73024DED87C0}" type="pres">
      <dgm:prSet presAssocID="{1A171240-DBF5-43F9-BBA0-62D0AAE890B4}" presName="ThreeNodes_2_text" presStyleLbl="node1" presStyleIdx="2" presStyleCnt="3">
        <dgm:presLayoutVars>
          <dgm:bulletEnabled val="1"/>
        </dgm:presLayoutVars>
      </dgm:prSet>
      <dgm:spPr/>
    </dgm:pt>
    <dgm:pt modelId="{4F553055-2415-4A8B-9849-644601F5B208}" type="pres">
      <dgm:prSet presAssocID="{1A171240-DBF5-43F9-BBA0-62D0AAE890B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DBBD60D-FBDD-472D-A02A-B3FAB41F4EB4}" type="presOf" srcId="{EB23D0E2-AFDD-48CC-9CD0-2E70A833FDAD}" destId="{4F553055-2415-4A8B-9849-644601F5B208}" srcOrd="1" destOrd="0" presId="urn:microsoft.com/office/officeart/2005/8/layout/vProcess5"/>
    <dgm:cxn modelId="{F0433367-1B02-4701-B995-BB7217D6A85C}" type="presOf" srcId="{138C1E1B-E4C4-4A2A-A212-404828773400}" destId="{E4F75385-26B5-4370-8FB1-B11B8E797659}" srcOrd="0" destOrd="0" presId="urn:microsoft.com/office/officeart/2005/8/layout/vProcess5"/>
    <dgm:cxn modelId="{7ECF5B47-56A3-405A-8CA2-8E005FC891C8}" type="presOf" srcId="{49ECEF42-83D1-44EB-B31B-2AD00F8D281C}" destId="{AB7CE85F-D7A7-4402-AAAD-73024DED87C0}" srcOrd="1" destOrd="0" presId="urn:microsoft.com/office/officeart/2005/8/layout/vProcess5"/>
    <dgm:cxn modelId="{94AF5672-0FDE-4C9B-90A8-12E7F24826ED}" srcId="{1A171240-DBF5-43F9-BBA0-62D0AAE890B4}" destId="{EB23D0E2-AFDD-48CC-9CD0-2E70A833FDAD}" srcOrd="2" destOrd="0" parTransId="{7062FF0B-8964-4E10-9E7E-F278219C3331}" sibTransId="{70776E81-34FB-4189-A5B4-27D8F93DDBB8}"/>
    <dgm:cxn modelId="{7477AC59-EA6A-4833-96B1-964173753E59}" type="presOf" srcId="{4C27E3BD-1CE4-4EE7-982D-232881071158}" destId="{0C6BE234-7A9B-4862-B91F-1C4E23F0C135}" srcOrd="1" destOrd="0" presId="urn:microsoft.com/office/officeart/2005/8/layout/vProcess5"/>
    <dgm:cxn modelId="{811C8483-6CB1-4D5B-AE02-D5DE8ECB99BF}" type="presOf" srcId="{9AB1BC70-F0D5-4E5B-9ADE-DBE07254D89F}" destId="{20E6F0B1-FA70-4C15-9D87-ED7785EC1B2A}" srcOrd="0" destOrd="0" presId="urn:microsoft.com/office/officeart/2005/8/layout/vProcess5"/>
    <dgm:cxn modelId="{70FFA88D-850C-4549-B187-45D131480AAE}" srcId="{1A171240-DBF5-43F9-BBA0-62D0AAE890B4}" destId="{49ECEF42-83D1-44EB-B31B-2AD00F8D281C}" srcOrd="1" destOrd="0" parTransId="{1FC4A966-7DAB-483C-9AF1-C00F9AFA9F8B}" sibTransId="{138C1E1B-E4C4-4A2A-A212-404828773400}"/>
    <dgm:cxn modelId="{A3E3A4A4-96A9-439C-8D87-9A44B6276D9C}" srcId="{1A171240-DBF5-43F9-BBA0-62D0AAE890B4}" destId="{4C27E3BD-1CE4-4EE7-982D-232881071158}" srcOrd="0" destOrd="0" parTransId="{3AFC5A18-32F4-446E-B0E4-4AF50D6DC012}" sibTransId="{9AB1BC70-F0D5-4E5B-9ADE-DBE07254D89F}"/>
    <dgm:cxn modelId="{ECC535A8-F9F6-4C43-9774-0D7C6322031C}" type="presOf" srcId="{4C27E3BD-1CE4-4EE7-982D-232881071158}" destId="{159AD7CB-1801-426C-9A3C-69635A447F3B}" srcOrd="0" destOrd="0" presId="urn:microsoft.com/office/officeart/2005/8/layout/vProcess5"/>
    <dgm:cxn modelId="{6E9E24B5-C488-408F-9097-6A2A75A665EA}" type="presOf" srcId="{1A171240-DBF5-43F9-BBA0-62D0AAE890B4}" destId="{22744C91-E865-4BC7-AB9F-846A0A5696EE}" srcOrd="0" destOrd="0" presId="urn:microsoft.com/office/officeart/2005/8/layout/vProcess5"/>
    <dgm:cxn modelId="{62DCFEB9-7EF4-438E-AC4A-40FB3632712D}" type="presOf" srcId="{EB23D0E2-AFDD-48CC-9CD0-2E70A833FDAD}" destId="{59E0BE56-9A31-4B70-9ECD-32347EA18DFC}" srcOrd="0" destOrd="0" presId="urn:microsoft.com/office/officeart/2005/8/layout/vProcess5"/>
    <dgm:cxn modelId="{62ECB9C2-5FCA-4FC2-B9FD-45FDBEE7C936}" type="presOf" srcId="{49ECEF42-83D1-44EB-B31B-2AD00F8D281C}" destId="{7B550235-4AAF-4940-B189-D8786007D3EF}" srcOrd="0" destOrd="0" presId="urn:microsoft.com/office/officeart/2005/8/layout/vProcess5"/>
    <dgm:cxn modelId="{47E0D5B8-5E30-4BDA-998C-73F735779923}" type="presParOf" srcId="{22744C91-E865-4BC7-AB9F-846A0A5696EE}" destId="{621D0663-DF8F-4782-966B-3AE44CA9034E}" srcOrd="0" destOrd="0" presId="urn:microsoft.com/office/officeart/2005/8/layout/vProcess5"/>
    <dgm:cxn modelId="{10E413D7-05FE-4663-8878-CD3394B6CCC5}" type="presParOf" srcId="{22744C91-E865-4BC7-AB9F-846A0A5696EE}" destId="{159AD7CB-1801-426C-9A3C-69635A447F3B}" srcOrd="1" destOrd="0" presId="urn:microsoft.com/office/officeart/2005/8/layout/vProcess5"/>
    <dgm:cxn modelId="{2A295DE0-DFDD-4AB3-A184-4EF3FD20A137}" type="presParOf" srcId="{22744C91-E865-4BC7-AB9F-846A0A5696EE}" destId="{7B550235-4AAF-4940-B189-D8786007D3EF}" srcOrd="2" destOrd="0" presId="urn:microsoft.com/office/officeart/2005/8/layout/vProcess5"/>
    <dgm:cxn modelId="{BD1D4FF7-2272-4C5E-9FFD-518A5CACED63}" type="presParOf" srcId="{22744C91-E865-4BC7-AB9F-846A0A5696EE}" destId="{59E0BE56-9A31-4B70-9ECD-32347EA18DFC}" srcOrd="3" destOrd="0" presId="urn:microsoft.com/office/officeart/2005/8/layout/vProcess5"/>
    <dgm:cxn modelId="{7264143D-B721-490D-A6D8-554E2A423BB0}" type="presParOf" srcId="{22744C91-E865-4BC7-AB9F-846A0A5696EE}" destId="{20E6F0B1-FA70-4C15-9D87-ED7785EC1B2A}" srcOrd="4" destOrd="0" presId="urn:microsoft.com/office/officeart/2005/8/layout/vProcess5"/>
    <dgm:cxn modelId="{A981B961-B795-4D56-94E2-0C2886BFE891}" type="presParOf" srcId="{22744C91-E865-4BC7-AB9F-846A0A5696EE}" destId="{E4F75385-26B5-4370-8FB1-B11B8E797659}" srcOrd="5" destOrd="0" presId="urn:microsoft.com/office/officeart/2005/8/layout/vProcess5"/>
    <dgm:cxn modelId="{908BA7B9-09C3-461D-9EED-6A8515A1AFDD}" type="presParOf" srcId="{22744C91-E865-4BC7-AB9F-846A0A5696EE}" destId="{0C6BE234-7A9B-4862-B91F-1C4E23F0C135}" srcOrd="6" destOrd="0" presId="urn:microsoft.com/office/officeart/2005/8/layout/vProcess5"/>
    <dgm:cxn modelId="{0B51B48E-C9C8-46A5-A937-E23E4400E77F}" type="presParOf" srcId="{22744C91-E865-4BC7-AB9F-846A0A5696EE}" destId="{AB7CE85F-D7A7-4402-AAAD-73024DED87C0}" srcOrd="7" destOrd="0" presId="urn:microsoft.com/office/officeart/2005/8/layout/vProcess5"/>
    <dgm:cxn modelId="{99E346E5-A5C2-469B-9F1C-978B9EE0B459}" type="presParOf" srcId="{22744C91-E865-4BC7-AB9F-846A0A5696EE}" destId="{4F553055-2415-4A8B-9849-644601F5B20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F54934-6F79-42D4-812D-AB29D98F57A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17C714-6A64-4E23-9C39-2B89E459BF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Blurred layers are composited using Alpha Over nodes, stacking them from back to front.</a:t>
          </a:r>
        </a:p>
      </dgm:t>
    </dgm:pt>
    <dgm:pt modelId="{A8A72628-012F-46EA-B165-1CFB2CDF35CA}" type="parTrans" cxnId="{0D4927F9-0F5D-4AB1-9D6D-19412F4C94DE}">
      <dgm:prSet/>
      <dgm:spPr/>
      <dgm:t>
        <a:bodyPr/>
        <a:lstStyle/>
        <a:p>
          <a:endParaRPr lang="en-US"/>
        </a:p>
      </dgm:t>
    </dgm:pt>
    <dgm:pt modelId="{0116A427-13CD-4A92-9220-F2B56C3A2720}" type="sibTrans" cxnId="{0D4927F9-0F5D-4AB1-9D6D-19412F4C94D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F58BFF6-F63C-44D4-B524-BCA71A423E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alpha channel of each layer, derived from the depth mask, ensures correct blending and occlusion.</a:t>
          </a:r>
        </a:p>
      </dgm:t>
    </dgm:pt>
    <dgm:pt modelId="{A2D26BA4-2F0E-4BBF-9BD8-B6B360211D5A}" type="parTrans" cxnId="{6F797F02-DE97-472B-B6FD-C54AEEE516F7}">
      <dgm:prSet/>
      <dgm:spPr/>
      <dgm:t>
        <a:bodyPr/>
        <a:lstStyle/>
        <a:p>
          <a:endParaRPr lang="en-US"/>
        </a:p>
      </dgm:t>
    </dgm:pt>
    <dgm:pt modelId="{D018A03A-8CAD-4117-A220-D649283F160B}" type="sibTrans" cxnId="{6F797F02-DE97-472B-B6FD-C54AEEE516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DC04F36-C0E7-4AD1-93A0-A551C63447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final composited image is then overlaid onto the original rendered image.</a:t>
          </a:r>
        </a:p>
      </dgm:t>
    </dgm:pt>
    <dgm:pt modelId="{A68EC45C-AF90-4EFA-8914-F186AB782E64}" type="parTrans" cxnId="{3B43153A-0F50-405D-ADED-17987DD7E3B6}">
      <dgm:prSet/>
      <dgm:spPr/>
      <dgm:t>
        <a:bodyPr/>
        <a:lstStyle/>
        <a:p>
          <a:endParaRPr lang="en-US"/>
        </a:p>
      </dgm:t>
    </dgm:pt>
    <dgm:pt modelId="{B25CB4B0-3DBC-46E5-8854-2A579EA09CD6}" type="sibTrans" cxnId="{3B43153A-0F50-405D-ADED-17987DD7E3B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74A2383-F6EA-4A27-A859-F6C01FB9AC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result is sent to the composite output and a viewer node.</a:t>
          </a:r>
        </a:p>
      </dgm:t>
    </dgm:pt>
    <dgm:pt modelId="{11257F4B-96DF-4CA0-8AC3-1DB0B4A116AD}" type="parTrans" cxnId="{CA648915-6EF6-4B06-B697-6808EA7AAC49}">
      <dgm:prSet/>
      <dgm:spPr/>
      <dgm:t>
        <a:bodyPr/>
        <a:lstStyle/>
        <a:p>
          <a:endParaRPr lang="en-US"/>
        </a:p>
      </dgm:t>
    </dgm:pt>
    <dgm:pt modelId="{34A369E6-2C19-45B3-9AB9-2A0D29CCEEA0}" type="sibTrans" cxnId="{CA648915-6EF6-4B06-B697-6808EA7AAC49}">
      <dgm:prSet/>
      <dgm:spPr/>
      <dgm:t>
        <a:bodyPr/>
        <a:lstStyle/>
        <a:p>
          <a:endParaRPr lang="en-US"/>
        </a:p>
      </dgm:t>
    </dgm:pt>
    <dgm:pt modelId="{72117440-81FB-4DE1-8E49-295C172CB5EF}" type="pres">
      <dgm:prSet presAssocID="{50F54934-6F79-42D4-812D-AB29D98F57A9}" presName="root" presStyleCnt="0">
        <dgm:presLayoutVars>
          <dgm:dir/>
          <dgm:resizeHandles val="exact"/>
        </dgm:presLayoutVars>
      </dgm:prSet>
      <dgm:spPr/>
    </dgm:pt>
    <dgm:pt modelId="{A1D0E2B1-2DEF-4546-9024-89566211CDDB}" type="pres">
      <dgm:prSet presAssocID="{50F54934-6F79-42D4-812D-AB29D98F57A9}" presName="container" presStyleCnt="0">
        <dgm:presLayoutVars>
          <dgm:dir/>
          <dgm:resizeHandles val="exact"/>
        </dgm:presLayoutVars>
      </dgm:prSet>
      <dgm:spPr/>
    </dgm:pt>
    <dgm:pt modelId="{75ECC159-429A-4CD1-B0DE-B5F82038279F}" type="pres">
      <dgm:prSet presAssocID="{CA17C714-6A64-4E23-9C39-2B89E459BF4A}" presName="compNode" presStyleCnt="0"/>
      <dgm:spPr/>
    </dgm:pt>
    <dgm:pt modelId="{B2987D9E-CBBD-436E-BF23-F51E6D71ECE6}" type="pres">
      <dgm:prSet presAssocID="{CA17C714-6A64-4E23-9C39-2B89E459BF4A}" presName="iconBgRect" presStyleLbl="bgShp" presStyleIdx="0" presStyleCnt="4"/>
      <dgm:spPr/>
    </dgm:pt>
    <dgm:pt modelId="{7EA80303-E032-4869-A16A-3FC367B28A84}" type="pres">
      <dgm:prSet presAssocID="{CA17C714-6A64-4E23-9C39-2B89E459BF4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43F0A8AA-9118-402A-ABD9-C28546E4E084}" type="pres">
      <dgm:prSet presAssocID="{CA17C714-6A64-4E23-9C39-2B89E459BF4A}" presName="spaceRect" presStyleCnt="0"/>
      <dgm:spPr/>
    </dgm:pt>
    <dgm:pt modelId="{99A16D90-B7B5-41D7-B416-1CC8D2B288E9}" type="pres">
      <dgm:prSet presAssocID="{CA17C714-6A64-4E23-9C39-2B89E459BF4A}" presName="textRect" presStyleLbl="revTx" presStyleIdx="0" presStyleCnt="4">
        <dgm:presLayoutVars>
          <dgm:chMax val="1"/>
          <dgm:chPref val="1"/>
        </dgm:presLayoutVars>
      </dgm:prSet>
      <dgm:spPr/>
    </dgm:pt>
    <dgm:pt modelId="{F65D1431-C136-4500-871E-4ABB2EDF2D40}" type="pres">
      <dgm:prSet presAssocID="{0116A427-13CD-4A92-9220-F2B56C3A2720}" presName="sibTrans" presStyleLbl="sibTrans2D1" presStyleIdx="0" presStyleCnt="0"/>
      <dgm:spPr/>
    </dgm:pt>
    <dgm:pt modelId="{E9196184-38BF-41EB-B281-5FCF5F93C982}" type="pres">
      <dgm:prSet presAssocID="{AF58BFF6-F63C-44D4-B524-BCA71A423E3E}" presName="compNode" presStyleCnt="0"/>
      <dgm:spPr/>
    </dgm:pt>
    <dgm:pt modelId="{0A3A633F-867A-4287-A003-7A9A599F996B}" type="pres">
      <dgm:prSet presAssocID="{AF58BFF6-F63C-44D4-B524-BCA71A423E3E}" presName="iconBgRect" presStyleLbl="bgShp" presStyleIdx="1" presStyleCnt="4"/>
      <dgm:spPr/>
    </dgm:pt>
    <dgm:pt modelId="{38AC47E2-645A-4897-9DD4-377C6CD407C5}" type="pres">
      <dgm:prSet presAssocID="{AF58BFF6-F63C-44D4-B524-BCA71A423E3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with solid fill"/>
        </a:ext>
      </dgm:extLst>
    </dgm:pt>
    <dgm:pt modelId="{F56CC621-60F5-4506-9CA9-C80DF426DE7B}" type="pres">
      <dgm:prSet presAssocID="{AF58BFF6-F63C-44D4-B524-BCA71A423E3E}" presName="spaceRect" presStyleCnt="0"/>
      <dgm:spPr/>
    </dgm:pt>
    <dgm:pt modelId="{F153B47E-B0A2-49C7-89F5-FC956BBCD0AB}" type="pres">
      <dgm:prSet presAssocID="{AF58BFF6-F63C-44D4-B524-BCA71A423E3E}" presName="textRect" presStyleLbl="revTx" presStyleIdx="1" presStyleCnt="4">
        <dgm:presLayoutVars>
          <dgm:chMax val="1"/>
          <dgm:chPref val="1"/>
        </dgm:presLayoutVars>
      </dgm:prSet>
      <dgm:spPr/>
    </dgm:pt>
    <dgm:pt modelId="{A7561324-EDEC-4B0C-83DD-1EAA3F5897FF}" type="pres">
      <dgm:prSet presAssocID="{D018A03A-8CAD-4117-A220-D649283F160B}" presName="sibTrans" presStyleLbl="sibTrans2D1" presStyleIdx="0" presStyleCnt="0"/>
      <dgm:spPr/>
    </dgm:pt>
    <dgm:pt modelId="{60D97AD3-5D05-4CF8-AB76-001AB6DA94DC}" type="pres">
      <dgm:prSet presAssocID="{CDC04F36-C0E7-4AD1-93A0-A551C63447D2}" presName="compNode" presStyleCnt="0"/>
      <dgm:spPr/>
    </dgm:pt>
    <dgm:pt modelId="{4935132F-08B7-4994-A25B-EBB4C5FDE595}" type="pres">
      <dgm:prSet presAssocID="{CDC04F36-C0E7-4AD1-93A0-A551C63447D2}" presName="iconBgRect" presStyleLbl="bgShp" presStyleIdx="2" presStyleCnt="4"/>
      <dgm:spPr/>
    </dgm:pt>
    <dgm:pt modelId="{C0F184E7-3B63-4645-AFDA-71294C51FD10}" type="pres">
      <dgm:prSet presAssocID="{CDC04F36-C0E7-4AD1-93A0-A551C63447D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3 with solid fill"/>
        </a:ext>
      </dgm:extLst>
    </dgm:pt>
    <dgm:pt modelId="{CA1E3F45-4236-4306-8110-B98FDF569CE1}" type="pres">
      <dgm:prSet presAssocID="{CDC04F36-C0E7-4AD1-93A0-A551C63447D2}" presName="spaceRect" presStyleCnt="0"/>
      <dgm:spPr/>
    </dgm:pt>
    <dgm:pt modelId="{0FAFCDEC-A304-40A1-A01E-6D8186D8FC9C}" type="pres">
      <dgm:prSet presAssocID="{CDC04F36-C0E7-4AD1-93A0-A551C63447D2}" presName="textRect" presStyleLbl="revTx" presStyleIdx="2" presStyleCnt="4">
        <dgm:presLayoutVars>
          <dgm:chMax val="1"/>
          <dgm:chPref val="1"/>
        </dgm:presLayoutVars>
      </dgm:prSet>
      <dgm:spPr/>
    </dgm:pt>
    <dgm:pt modelId="{DC0C92EE-BD0A-48EF-856B-CAECB62C0A63}" type="pres">
      <dgm:prSet presAssocID="{B25CB4B0-3DBC-46E5-8854-2A579EA09CD6}" presName="sibTrans" presStyleLbl="sibTrans2D1" presStyleIdx="0" presStyleCnt="0"/>
      <dgm:spPr/>
    </dgm:pt>
    <dgm:pt modelId="{0ED726BA-84B0-41A0-970E-BAC14DE41F60}" type="pres">
      <dgm:prSet presAssocID="{D74A2383-F6EA-4A27-A859-F6C01FB9ACAE}" presName="compNode" presStyleCnt="0"/>
      <dgm:spPr/>
    </dgm:pt>
    <dgm:pt modelId="{D2F4A795-A5A7-46DC-95F1-12FFAA30040B}" type="pres">
      <dgm:prSet presAssocID="{D74A2383-F6EA-4A27-A859-F6C01FB9ACAE}" presName="iconBgRect" presStyleLbl="bgShp" presStyleIdx="3" presStyleCnt="4"/>
      <dgm:spPr/>
    </dgm:pt>
    <dgm:pt modelId="{2BAC0DA6-A9BE-483D-824C-253660CB64E7}" type="pres">
      <dgm:prSet presAssocID="{D74A2383-F6EA-4A27-A859-F6C01FB9ACA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4 with solid fill"/>
        </a:ext>
      </dgm:extLst>
    </dgm:pt>
    <dgm:pt modelId="{EB7B8B75-7EC1-4F2F-8B1E-C8EDA9A2206F}" type="pres">
      <dgm:prSet presAssocID="{D74A2383-F6EA-4A27-A859-F6C01FB9ACAE}" presName="spaceRect" presStyleCnt="0"/>
      <dgm:spPr/>
    </dgm:pt>
    <dgm:pt modelId="{E8048963-A45C-4BC2-9C72-BC75024E157E}" type="pres">
      <dgm:prSet presAssocID="{D74A2383-F6EA-4A27-A859-F6C01FB9ACA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F797F02-DE97-472B-B6FD-C54AEEE516F7}" srcId="{50F54934-6F79-42D4-812D-AB29D98F57A9}" destId="{AF58BFF6-F63C-44D4-B524-BCA71A423E3E}" srcOrd="1" destOrd="0" parTransId="{A2D26BA4-2F0E-4BBF-9BD8-B6B360211D5A}" sibTransId="{D018A03A-8CAD-4117-A220-D649283F160B}"/>
    <dgm:cxn modelId="{D500CB12-E0AD-4690-88CC-C29FB98F0690}" type="presOf" srcId="{D74A2383-F6EA-4A27-A859-F6C01FB9ACAE}" destId="{E8048963-A45C-4BC2-9C72-BC75024E157E}" srcOrd="0" destOrd="0" presId="urn:microsoft.com/office/officeart/2018/2/layout/IconCircleList"/>
    <dgm:cxn modelId="{CA648915-6EF6-4B06-B697-6808EA7AAC49}" srcId="{50F54934-6F79-42D4-812D-AB29D98F57A9}" destId="{D74A2383-F6EA-4A27-A859-F6C01FB9ACAE}" srcOrd="3" destOrd="0" parTransId="{11257F4B-96DF-4CA0-8AC3-1DB0B4A116AD}" sibTransId="{34A369E6-2C19-45B3-9AB9-2A0D29CCEEA0}"/>
    <dgm:cxn modelId="{447A012D-3B72-4038-AA89-9FFFF697ADD6}" type="presOf" srcId="{CDC04F36-C0E7-4AD1-93A0-A551C63447D2}" destId="{0FAFCDEC-A304-40A1-A01E-6D8186D8FC9C}" srcOrd="0" destOrd="0" presId="urn:microsoft.com/office/officeart/2018/2/layout/IconCircleList"/>
    <dgm:cxn modelId="{3B43153A-0F50-405D-ADED-17987DD7E3B6}" srcId="{50F54934-6F79-42D4-812D-AB29D98F57A9}" destId="{CDC04F36-C0E7-4AD1-93A0-A551C63447D2}" srcOrd="2" destOrd="0" parTransId="{A68EC45C-AF90-4EFA-8914-F186AB782E64}" sibTransId="{B25CB4B0-3DBC-46E5-8854-2A579EA09CD6}"/>
    <dgm:cxn modelId="{4D00DA63-9913-4C7E-963B-FF3051AC61DD}" type="presOf" srcId="{D018A03A-8CAD-4117-A220-D649283F160B}" destId="{A7561324-EDEC-4B0C-83DD-1EAA3F5897FF}" srcOrd="0" destOrd="0" presId="urn:microsoft.com/office/officeart/2018/2/layout/IconCircleList"/>
    <dgm:cxn modelId="{46BF1991-F290-4506-BB5C-B3213C3D3141}" type="presOf" srcId="{AF58BFF6-F63C-44D4-B524-BCA71A423E3E}" destId="{F153B47E-B0A2-49C7-89F5-FC956BBCD0AB}" srcOrd="0" destOrd="0" presId="urn:microsoft.com/office/officeart/2018/2/layout/IconCircleList"/>
    <dgm:cxn modelId="{C3DCB3AE-3545-46FC-999D-4CC315C3602F}" type="presOf" srcId="{B25CB4B0-3DBC-46E5-8854-2A579EA09CD6}" destId="{DC0C92EE-BD0A-48EF-856B-CAECB62C0A63}" srcOrd="0" destOrd="0" presId="urn:microsoft.com/office/officeart/2018/2/layout/IconCircleList"/>
    <dgm:cxn modelId="{392BD0B9-E395-4E35-A381-DA09A96B4F7D}" type="presOf" srcId="{50F54934-6F79-42D4-812D-AB29D98F57A9}" destId="{72117440-81FB-4DE1-8E49-295C172CB5EF}" srcOrd="0" destOrd="0" presId="urn:microsoft.com/office/officeart/2018/2/layout/IconCircleList"/>
    <dgm:cxn modelId="{1DDAF1BC-4E5B-4086-AB7D-2123369509ED}" type="presOf" srcId="{0116A427-13CD-4A92-9220-F2B56C3A2720}" destId="{F65D1431-C136-4500-871E-4ABB2EDF2D40}" srcOrd="0" destOrd="0" presId="urn:microsoft.com/office/officeart/2018/2/layout/IconCircleList"/>
    <dgm:cxn modelId="{0D4927F9-0F5D-4AB1-9D6D-19412F4C94DE}" srcId="{50F54934-6F79-42D4-812D-AB29D98F57A9}" destId="{CA17C714-6A64-4E23-9C39-2B89E459BF4A}" srcOrd="0" destOrd="0" parTransId="{A8A72628-012F-46EA-B165-1CFB2CDF35CA}" sibTransId="{0116A427-13CD-4A92-9220-F2B56C3A2720}"/>
    <dgm:cxn modelId="{42185FFD-F4FF-4153-9319-4841A2424396}" type="presOf" srcId="{CA17C714-6A64-4E23-9C39-2B89E459BF4A}" destId="{99A16D90-B7B5-41D7-B416-1CC8D2B288E9}" srcOrd="0" destOrd="0" presId="urn:microsoft.com/office/officeart/2018/2/layout/IconCircleList"/>
    <dgm:cxn modelId="{B595AAA5-C8A7-43D4-A272-4631B839D201}" type="presParOf" srcId="{72117440-81FB-4DE1-8E49-295C172CB5EF}" destId="{A1D0E2B1-2DEF-4546-9024-89566211CDDB}" srcOrd="0" destOrd="0" presId="urn:microsoft.com/office/officeart/2018/2/layout/IconCircleList"/>
    <dgm:cxn modelId="{B976A101-5776-4AD1-B3DF-45F9B317755A}" type="presParOf" srcId="{A1D0E2B1-2DEF-4546-9024-89566211CDDB}" destId="{75ECC159-429A-4CD1-B0DE-B5F82038279F}" srcOrd="0" destOrd="0" presId="urn:microsoft.com/office/officeart/2018/2/layout/IconCircleList"/>
    <dgm:cxn modelId="{F1CF3974-2DF1-4D39-A863-537C9E9A6E33}" type="presParOf" srcId="{75ECC159-429A-4CD1-B0DE-B5F82038279F}" destId="{B2987D9E-CBBD-436E-BF23-F51E6D71ECE6}" srcOrd="0" destOrd="0" presId="urn:microsoft.com/office/officeart/2018/2/layout/IconCircleList"/>
    <dgm:cxn modelId="{3A94F85D-6EFC-48D8-ADC5-526BA6F95A47}" type="presParOf" srcId="{75ECC159-429A-4CD1-B0DE-B5F82038279F}" destId="{7EA80303-E032-4869-A16A-3FC367B28A84}" srcOrd="1" destOrd="0" presId="urn:microsoft.com/office/officeart/2018/2/layout/IconCircleList"/>
    <dgm:cxn modelId="{305C077F-C000-43ED-A3A3-3CA5CD25C339}" type="presParOf" srcId="{75ECC159-429A-4CD1-B0DE-B5F82038279F}" destId="{43F0A8AA-9118-402A-ABD9-C28546E4E084}" srcOrd="2" destOrd="0" presId="urn:microsoft.com/office/officeart/2018/2/layout/IconCircleList"/>
    <dgm:cxn modelId="{E55AC9CB-BDB9-4F25-B843-14B5AFC76D6A}" type="presParOf" srcId="{75ECC159-429A-4CD1-B0DE-B5F82038279F}" destId="{99A16D90-B7B5-41D7-B416-1CC8D2B288E9}" srcOrd="3" destOrd="0" presId="urn:microsoft.com/office/officeart/2018/2/layout/IconCircleList"/>
    <dgm:cxn modelId="{6F70EC0D-5FB3-45EA-8715-B3A8E4A6C98D}" type="presParOf" srcId="{A1D0E2B1-2DEF-4546-9024-89566211CDDB}" destId="{F65D1431-C136-4500-871E-4ABB2EDF2D40}" srcOrd="1" destOrd="0" presId="urn:microsoft.com/office/officeart/2018/2/layout/IconCircleList"/>
    <dgm:cxn modelId="{27911D4B-4602-42C6-8333-7C3F5F233383}" type="presParOf" srcId="{A1D0E2B1-2DEF-4546-9024-89566211CDDB}" destId="{E9196184-38BF-41EB-B281-5FCF5F93C982}" srcOrd="2" destOrd="0" presId="urn:microsoft.com/office/officeart/2018/2/layout/IconCircleList"/>
    <dgm:cxn modelId="{F6843920-0AFA-4A81-A9FB-903CCFBEAA61}" type="presParOf" srcId="{E9196184-38BF-41EB-B281-5FCF5F93C982}" destId="{0A3A633F-867A-4287-A003-7A9A599F996B}" srcOrd="0" destOrd="0" presId="urn:microsoft.com/office/officeart/2018/2/layout/IconCircleList"/>
    <dgm:cxn modelId="{9C7991FE-67B9-45E6-B217-58530F7A09DC}" type="presParOf" srcId="{E9196184-38BF-41EB-B281-5FCF5F93C982}" destId="{38AC47E2-645A-4897-9DD4-377C6CD407C5}" srcOrd="1" destOrd="0" presId="urn:microsoft.com/office/officeart/2018/2/layout/IconCircleList"/>
    <dgm:cxn modelId="{378C4D6D-B18A-4AD5-AE74-8C317EC1772D}" type="presParOf" srcId="{E9196184-38BF-41EB-B281-5FCF5F93C982}" destId="{F56CC621-60F5-4506-9CA9-C80DF426DE7B}" srcOrd="2" destOrd="0" presId="urn:microsoft.com/office/officeart/2018/2/layout/IconCircleList"/>
    <dgm:cxn modelId="{43C12220-A649-43A3-84A8-6A6E30DA03E6}" type="presParOf" srcId="{E9196184-38BF-41EB-B281-5FCF5F93C982}" destId="{F153B47E-B0A2-49C7-89F5-FC956BBCD0AB}" srcOrd="3" destOrd="0" presId="urn:microsoft.com/office/officeart/2018/2/layout/IconCircleList"/>
    <dgm:cxn modelId="{DBD7C16A-D2DF-4EA0-9B4B-7F6EF1FF4D2F}" type="presParOf" srcId="{A1D0E2B1-2DEF-4546-9024-89566211CDDB}" destId="{A7561324-EDEC-4B0C-83DD-1EAA3F5897FF}" srcOrd="3" destOrd="0" presId="urn:microsoft.com/office/officeart/2018/2/layout/IconCircleList"/>
    <dgm:cxn modelId="{062CF795-82B0-42B8-BBC8-6079EFF02EFC}" type="presParOf" srcId="{A1D0E2B1-2DEF-4546-9024-89566211CDDB}" destId="{60D97AD3-5D05-4CF8-AB76-001AB6DA94DC}" srcOrd="4" destOrd="0" presId="urn:microsoft.com/office/officeart/2018/2/layout/IconCircleList"/>
    <dgm:cxn modelId="{0FF8F8BD-C66F-465E-B945-33957F046328}" type="presParOf" srcId="{60D97AD3-5D05-4CF8-AB76-001AB6DA94DC}" destId="{4935132F-08B7-4994-A25B-EBB4C5FDE595}" srcOrd="0" destOrd="0" presId="urn:microsoft.com/office/officeart/2018/2/layout/IconCircleList"/>
    <dgm:cxn modelId="{4F67A9DD-75FF-450D-AC7F-CF81743929A6}" type="presParOf" srcId="{60D97AD3-5D05-4CF8-AB76-001AB6DA94DC}" destId="{C0F184E7-3B63-4645-AFDA-71294C51FD10}" srcOrd="1" destOrd="0" presId="urn:microsoft.com/office/officeart/2018/2/layout/IconCircleList"/>
    <dgm:cxn modelId="{1D47B5F3-42B8-4012-BEA2-6EDA48C3AC25}" type="presParOf" srcId="{60D97AD3-5D05-4CF8-AB76-001AB6DA94DC}" destId="{CA1E3F45-4236-4306-8110-B98FDF569CE1}" srcOrd="2" destOrd="0" presId="urn:microsoft.com/office/officeart/2018/2/layout/IconCircleList"/>
    <dgm:cxn modelId="{F291977F-30A1-4307-82BB-AA60FB6423F7}" type="presParOf" srcId="{60D97AD3-5D05-4CF8-AB76-001AB6DA94DC}" destId="{0FAFCDEC-A304-40A1-A01E-6D8186D8FC9C}" srcOrd="3" destOrd="0" presId="urn:microsoft.com/office/officeart/2018/2/layout/IconCircleList"/>
    <dgm:cxn modelId="{DD738684-3B0B-41D6-80D8-C7094DAB9251}" type="presParOf" srcId="{A1D0E2B1-2DEF-4546-9024-89566211CDDB}" destId="{DC0C92EE-BD0A-48EF-856B-CAECB62C0A63}" srcOrd="5" destOrd="0" presId="urn:microsoft.com/office/officeart/2018/2/layout/IconCircleList"/>
    <dgm:cxn modelId="{02887DE2-77AC-4522-A7A5-4AA28E024538}" type="presParOf" srcId="{A1D0E2B1-2DEF-4546-9024-89566211CDDB}" destId="{0ED726BA-84B0-41A0-970E-BAC14DE41F60}" srcOrd="6" destOrd="0" presId="urn:microsoft.com/office/officeart/2018/2/layout/IconCircleList"/>
    <dgm:cxn modelId="{C789CDA9-208E-4D53-B70A-F71BAF4EB97A}" type="presParOf" srcId="{0ED726BA-84B0-41A0-970E-BAC14DE41F60}" destId="{D2F4A795-A5A7-46DC-95F1-12FFAA30040B}" srcOrd="0" destOrd="0" presId="urn:microsoft.com/office/officeart/2018/2/layout/IconCircleList"/>
    <dgm:cxn modelId="{97F3C329-5A0F-4419-A2FC-256957F157DA}" type="presParOf" srcId="{0ED726BA-84B0-41A0-970E-BAC14DE41F60}" destId="{2BAC0DA6-A9BE-483D-824C-253660CB64E7}" srcOrd="1" destOrd="0" presId="urn:microsoft.com/office/officeart/2018/2/layout/IconCircleList"/>
    <dgm:cxn modelId="{9BAC997D-AFF5-4C7A-BAC4-17E61D14BB03}" type="presParOf" srcId="{0ED726BA-84B0-41A0-970E-BAC14DE41F60}" destId="{EB7B8B75-7EC1-4F2F-8B1E-C8EDA9A2206F}" srcOrd="2" destOrd="0" presId="urn:microsoft.com/office/officeart/2018/2/layout/IconCircleList"/>
    <dgm:cxn modelId="{44BF7EC9-5CCD-4F09-8EC8-39B09C5212EA}" type="presParOf" srcId="{0ED726BA-84B0-41A0-970E-BAC14DE41F60}" destId="{E8048963-A45C-4BC2-9C72-BC75024E157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D7FD20-F29C-40FB-9BFB-32FFD7EC094E}">
      <dsp:nvSpPr>
        <dsp:cNvPr id="0" name=""/>
        <dsp:cNvSpPr/>
      </dsp:nvSpPr>
      <dsp:spPr>
        <a:xfrm>
          <a:off x="0" y="531"/>
          <a:ext cx="60785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17941-0108-4122-A4FD-0FC9F88C7E1D}">
      <dsp:nvSpPr>
        <dsp:cNvPr id="0" name=""/>
        <dsp:cNvSpPr/>
      </dsp:nvSpPr>
      <dsp:spPr>
        <a:xfrm>
          <a:off x="0" y="531"/>
          <a:ext cx="6078555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Implementation of a layered depth of field effect using Blender's compositor.</a:t>
          </a:r>
        </a:p>
      </dsp:txBody>
      <dsp:txXfrm>
        <a:off x="0" y="531"/>
        <a:ext cx="6078555" cy="870055"/>
      </dsp:txXfrm>
    </dsp:sp>
    <dsp:sp modelId="{F0E53EC0-29FF-4DE2-B062-09DC78520B88}">
      <dsp:nvSpPr>
        <dsp:cNvPr id="0" name=""/>
        <dsp:cNvSpPr/>
      </dsp:nvSpPr>
      <dsp:spPr>
        <a:xfrm>
          <a:off x="0" y="870586"/>
          <a:ext cx="60785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2E7B5-44B5-455B-A52F-7655F6BB6385}">
      <dsp:nvSpPr>
        <dsp:cNvPr id="0" name=""/>
        <dsp:cNvSpPr/>
      </dsp:nvSpPr>
      <dsp:spPr>
        <a:xfrm>
          <a:off x="0" y="870586"/>
          <a:ext cx="6078555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The depth pass is normalized and divided into multiple layers.</a:t>
          </a:r>
        </a:p>
      </dsp:txBody>
      <dsp:txXfrm>
        <a:off x="0" y="870586"/>
        <a:ext cx="6078555" cy="870055"/>
      </dsp:txXfrm>
    </dsp:sp>
    <dsp:sp modelId="{DB62B761-9A72-4E82-B4B9-973A3281C9D9}">
      <dsp:nvSpPr>
        <dsp:cNvPr id="0" name=""/>
        <dsp:cNvSpPr/>
      </dsp:nvSpPr>
      <dsp:spPr>
        <a:xfrm>
          <a:off x="0" y="1740641"/>
          <a:ext cx="60785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E17F4-D35E-4DF2-9F7A-300209D6BA7A}">
      <dsp:nvSpPr>
        <dsp:cNvPr id="0" name=""/>
        <dsp:cNvSpPr/>
      </dsp:nvSpPr>
      <dsp:spPr>
        <a:xfrm>
          <a:off x="0" y="1740641"/>
          <a:ext cx="6078555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For each layer, a Circle of Confusion (CoC) radius is calculated based on the distance from the focus plane.</a:t>
          </a:r>
        </a:p>
      </dsp:txBody>
      <dsp:txXfrm>
        <a:off x="0" y="1740641"/>
        <a:ext cx="6078555" cy="870055"/>
      </dsp:txXfrm>
    </dsp:sp>
    <dsp:sp modelId="{04A58EF0-C6BB-4B3B-89C4-F0ACCC37EC80}">
      <dsp:nvSpPr>
        <dsp:cNvPr id="0" name=""/>
        <dsp:cNvSpPr/>
      </dsp:nvSpPr>
      <dsp:spPr>
        <a:xfrm>
          <a:off x="0" y="2610696"/>
          <a:ext cx="60785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5D120-4AF0-423A-A729-45C443F2C3B9}">
      <dsp:nvSpPr>
        <dsp:cNvPr id="0" name=""/>
        <dsp:cNvSpPr/>
      </dsp:nvSpPr>
      <dsp:spPr>
        <a:xfrm>
          <a:off x="0" y="2610696"/>
          <a:ext cx="6078555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A mask is generated to isolate each layer, and this mask sets the layer's alpha.</a:t>
          </a:r>
        </a:p>
      </dsp:txBody>
      <dsp:txXfrm>
        <a:off x="0" y="2610696"/>
        <a:ext cx="6078555" cy="870055"/>
      </dsp:txXfrm>
    </dsp:sp>
    <dsp:sp modelId="{469CD3FD-C80C-40DE-BB1B-93D3570C76DC}">
      <dsp:nvSpPr>
        <dsp:cNvPr id="0" name=""/>
        <dsp:cNvSpPr/>
      </dsp:nvSpPr>
      <dsp:spPr>
        <a:xfrm>
          <a:off x="0" y="3480751"/>
          <a:ext cx="60785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5B34A-EF27-4F42-8CBA-59472FEC7825}">
      <dsp:nvSpPr>
        <dsp:cNvPr id="0" name=""/>
        <dsp:cNvSpPr/>
      </dsp:nvSpPr>
      <dsp:spPr>
        <a:xfrm>
          <a:off x="0" y="3480751"/>
          <a:ext cx="6078555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Each layer is blurred according to its CoC.</a:t>
          </a:r>
        </a:p>
      </dsp:txBody>
      <dsp:txXfrm>
        <a:off x="0" y="3480751"/>
        <a:ext cx="6078555" cy="870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9AD7CB-1801-426C-9A3C-69635A447F3B}">
      <dsp:nvSpPr>
        <dsp:cNvPr id="0" name=""/>
        <dsp:cNvSpPr/>
      </dsp:nvSpPr>
      <dsp:spPr>
        <a:xfrm>
          <a:off x="0" y="0"/>
          <a:ext cx="5210141" cy="1024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Chromatic aberration is simulated by separating the color channels (R, G, B) of each blurred layer</a:t>
          </a:r>
        </a:p>
      </dsp:txBody>
      <dsp:txXfrm>
        <a:off x="30018" y="30018"/>
        <a:ext cx="4104198" cy="964860"/>
      </dsp:txXfrm>
    </dsp:sp>
    <dsp:sp modelId="{7B550235-4AAF-4940-B189-D8786007D3EF}">
      <dsp:nvSpPr>
        <dsp:cNvPr id="0" name=""/>
        <dsp:cNvSpPr/>
      </dsp:nvSpPr>
      <dsp:spPr>
        <a:xfrm>
          <a:off x="459718" y="1195711"/>
          <a:ext cx="5210141" cy="1024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red and blue channels are translated horizontally (offset).</a:t>
          </a:r>
        </a:p>
      </dsp:txBody>
      <dsp:txXfrm>
        <a:off x="489736" y="1225729"/>
        <a:ext cx="4024204" cy="964860"/>
      </dsp:txXfrm>
    </dsp:sp>
    <dsp:sp modelId="{59E0BE56-9A31-4B70-9ECD-32347EA18DFC}">
      <dsp:nvSpPr>
        <dsp:cNvPr id="0" name=""/>
        <dsp:cNvSpPr/>
      </dsp:nvSpPr>
      <dsp:spPr>
        <a:xfrm>
          <a:off x="919436" y="2391423"/>
          <a:ext cx="5210141" cy="1024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channels are then recombined, creating color fringing, particularly in out-of-focus areas.</a:t>
          </a:r>
        </a:p>
      </dsp:txBody>
      <dsp:txXfrm>
        <a:off x="949454" y="2421441"/>
        <a:ext cx="4024204" cy="964860"/>
      </dsp:txXfrm>
    </dsp:sp>
    <dsp:sp modelId="{20E6F0B1-FA70-4C15-9D87-ED7785EC1B2A}">
      <dsp:nvSpPr>
        <dsp:cNvPr id="0" name=""/>
        <dsp:cNvSpPr/>
      </dsp:nvSpPr>
      <dsp:spPr>
        <a:xfrm>
          <a:off x="4543958" y="777212"/>
          <a:ext cx="666182" cy="66618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4693849" y="777212"/>
        <a:ext cx="366400" cy="501302"/>
      </dsp:txXfrm>
    </dsp:sp>
    <dsp:sp modelId="{E4F75385-26B5-4370-8FB1-B11B8E797659}">
      <dsp:nvSpPr>
        <dsp:cNvPr id="0" name=""/>
        <dsp:cNvSpPr/>
      </dsp:nvSpPr>
      <dsp:spPr>
        <a:xfrm>
          <a:off x="5003677" y="1966092"/>
          <a:ext cx="666182" cy="66618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5153568" y="1966092"/>
        <a:ext cx="366400" cy="5013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87D9E-CBBD-436E-BF23-F51E6D71ECE6}">
      <dsp:nvSpPr>
        <dsp:cNvPr id="0" name=""/>
        <dsp:cNvSpPr/>
      </dsp:nvSpPr>
      <dsp:spPr>
        <a:xfrm>
          <a:off x="112791" y="947402"/>
          <a:ext cx="776915" cy="776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80303-E032-4869-A16A-3FC367B28A84}">
      <dsp:nvSpPr>
        <dsp:cNvPr id="0" name=""/>
        <dsp:cNvSpPr/>
      </dsp:nvSpPr>
      <dsp:spPr>
        <a:xfrm>
          <a:off x="275943" y="1110555"/>
          <a:ext cx="450611" cy="4506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16D90-B7B5-41D7-B416-1CC8D2B288E9}">
      <dsp:nvSpPr>
        <dsp:cNvPr id="0" name=""/>
        <dsp:cNvSpPr/>
      </dsp:nvSpPr>
      <dsp:spPr>
        <a:xfrm>
          <a:off x="1056188" y="947402"/>
          <a:ext cx="1831300" cy="776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Blurred layers are composited using Alpha Over nodes, stacking them from back to front.</a:t>
          </a:r>
        </a:p>
      </dsp:txBody>
      <dsp:txXfrm>
        <a:off x="1056188" y="947402"/>
        <a:ext cx="1831300" cy="776915"/>
      </dsp:txXfrm>
    </dsp:sp>
    <dsp:sp modelId="{0A3A633F-867A-4287-A003-7A9A599F996B}">
      <dsp:nvSpPr>
        <dsp:cNvPr id="0" name=""/>
        <dsp:cNvSpPr/>
      </dsp:nvSpPr>
      <dsp:spPr>
        <a:xfrm>
          <a:off x="3206580" y="947402"/>
          <a:ext cx="776915" cy="776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C47E2-645A-4897-9DD4-377C6CD407C5}">
      <dsp:nvSpPr>
        <dsp:cNvPr id="0" name=""/>
        <dsp:cNvSpPr/>
      </dsp:nvSpPr>
      <dsp:spPr>
        <a:xfrm>
          <a:off x="3369732" y="1110555"/>
          <a:ext cx="450611" cy="4506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3B47E-B0A2-49C7-89F5-FC956BBCD0AB}">
      <dsp:nvSpPr>
        <dsp:cNvPr id="0" name=""/>
        <dsp:cNvSpPr/>
      </dsp:nvSpPr>
      <dsp:spPr>
        <a:xfrm>
          <a:off x="4149977" y="947402"/>
          <a:ext cx="1831300" cy="776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alpha channel of each layer, derived from the depth mask, ensures correct blending and occlusion.</a:t>
          </a:r>
        </a:p>
      </dsp:txBody>
      <dsp:txXfrm>
        <a:off x="4149977" y="947402"/>
        <a:ext cx="1831300" cy="776915"/>
      </dsp:txXfrm>
    </dsp:sp>
    <dsp:sp modelId="{4935132F-08B7-4994-A25B-EBB4C5FDE595}">
      <dsp:nvSpPr>
        <dsp:cNvPr id="0" name=""/>
        <dsp:cNvSpPr/>
      </dsp:nvSpPr>
      <dsp:spPr>
        <a:xfrm>
          <a:off x="112791" y="2430665"/>
          <a:ext cx="776915" cy="776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184E7-3B63-4645-AFDA-71294C51FD10}">
      <dsp:nvSpPr>
        <dsp:cNvPr id="0" name=""/>
        <dsp:cNvSpPr/>
      </dsp:nvSpPr>
      <dsp:spPr>
        <a:xfrm>
          <a:off x="275943" y="2593817"/>
          <a:ext cx="450611" cy="4506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FCDEC-A304-40A1-A01E-6D8186D8FC9C}">
      <dsp:nvSpPr>
        <dsp:cNvPr id="0" name=""/>
        <dsp:cNvSpPr/>
      </dsp:nvSpPr>
      <dsp:spPr>
        <a:xfrm>
          <a:off x="1056188" y="2430665"/>
          <a:ext cx="1831300" cy="776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final composited image is then overlaid onto the original rendered image.</a:t>
          </a:r>
        </a:p>
      </dsp:txBody>
      <dsp:txXfrm>
        <a:off x="1056188" y="2430665"/>
        <a:ext cx="1831300" cy="776915"/>
      </dsp:txXfrm>
    </dsp:sp>
    <dsp:sp modelId="{D2F4A795-A5A7-46DC-95F1-12FFAA30040B}">
      <dsp:nvSpPr>
        <dsp:cNvPr id="0" name=""/>
        <dsp:cNvSpPr/>
      </dsp:nvSpPr>
      <dsp:spPr>
        <a:xfrm>
          <a:off x="3206580" y="2430665"/>
          <a:ext cx="776915" cy="776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C0DA6-A9BE-483D-824C-253660CB64E7}">
      <dsp:nvSpPr>
        <dsp:cNvPr id="0" name=""/>
        <dsp:cNvSpPr/>
      </dsp:nvSpPr>
      <dsp:spPr>
        <a:xfrm>
          <a:off x="3369732" y="2593817"/>
          <a:ext cx="450611" cy="4506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048963-A45C-4BC2-9C72-BC75024E157E}">
      <dsp:nvSpPr>
        <dsp:cNvPr id="0" name=""/>
        <dsp:cNvSpPr/>
      </dsp:nvSpPr>
      <dsp:spPr>
        <a:xfrm>
          <a:off x="4149977" y="2430665"/>
          <a:ext cx="1831300" cy="776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result is sent to the composite output and a viewer node.</a:t>
          </a:r>
        </a:p>
      </dsp:txBody>
      <dsp:txXfrm>
        <a:off x="4149977" y="2430665"/>
        <a:ext cx="1831300" cy="776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710AA-41EF-E44D-BB93-31094B77D6FB}" type="datetimeFigureOut">
              <a:rPr lang="en-FR" smtClean="0"/>
              <a:t>04/22/2025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EF6C7-70B6-9540-9F08-39764E71831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32103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DA98-FA86-CA1F-FE5A-D62342802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B597E-FD7C-CC60-EC9D-AA7659B16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FF800-5369-0A3E-B274-2683FE0BD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206B-E48A-F041-98A7-DDE1C2822424}" type="datetime1">
              <a:rPr lang="fr-FR" smtClean="0"/>
              <a:t>22/04/2025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3E486-34D4-A473-1A6C-368D2289F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A3212-474E-CB48-403A-B3999EE2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4750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4D76-A0D1-0B69-507B-E6193ACD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0D373-500C-1331-1F58-3FB2649EF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6C5C3-C459-0DBE-F6C5-E12BA203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9650-AA09-B84C-906A-C21E2AA83A32}" type="datetime1">
              <a:rPr lang="fr-FR" smtClean="0"/>
              <a:t>22/04/2025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1DFBA-7D6C-8D5F-E0ED-5E86A73D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D8CE0-2261-FC54-D21E-0AA8D5F7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94554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6EF8-CF8D-F86B-9CE9-C7E3C9082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7FE27-E521-6085-6D62-169A81216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E3A1A-7143-6F97-AE0C-1FF0830E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7AEE-BD3C-CF42-854E-26D58F49BF57}" type="datetime1">
              <a:rPr lang="fr-FR" smtClean="0"/>
              <a:t>22/04/2025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65F9B-123C-63E0-BE1D-205BFFBB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6B38-DEBC-3892-D076-46344AEA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0097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D548-A630-0A47-498B-7EB185F71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4E4AA-B6FB-4A12-9F0B-661229BD0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82FBC-F54E-0E8C-F413-1CC82541B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7488B-0E42-A95F-EC41-1629A7FA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690D1-4418-674A-B4FC-A39639B31163}" type="datetime1">
              <a:rPr lang="fr-FR" smtClean="0"/>
              <a:t>22/04/2025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E9036-AACB-C7F7-21AD-8E1BDBAB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21FDE-DFE9-5AFC-2689-A00B4055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63760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7F6C-7B0E-3506-22D9-24A1FE0B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4864A-480D-BD31-5AEA-34AAEA514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A4B31-056D-A152-5990-9BBAE391E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7041A-0613-38B6-4085-543F4EC8A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E3C4A-5907-D37C-8C5F-352DEBF4B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98CBD-EE26-BBF6-26CD-4BBD3E8A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A1CB-37B2-B343-9DB1-9AFB133DF4D7}" type="datetime1">
              <a:rPr lang="fr-FR" smtClean="0"/>
              <a:t>22/04/2025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DF0DC-27B5-1779-FF0C-F571366A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7B16A-A838-A236-C9F2-4A90D776A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1511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FD8E-565B-70FF-420F-C1F570D74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A16F8-B52A-BA0E-DDA5-7D804435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42382-6467-BE4F-AF64-2D883103ECB1}" type="datetime1">
              <a:rPr lang="fr-FR" smtClean="0"/>
              <a:t>22/04/2025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2E459-F279-235D-445C-0DAE51E6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3274B-D789-559C-3F29-D85BA48E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6986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33285-6BA4-1F93-05BC-4E0C100E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71D04-8C76-B746-A3FE-F52BC61EA33B}" type="datetime1">
              <a:rPr lang="fr-FR" smtClean="0"/>
              <a:t>22/04/2025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F9059-8B1F-3D58-9D7E-7FD7362F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99563-C3CF-E0B4-F56A-1FCB2E91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5046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492F-89E8-E285-83A5-5427C427B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C9BAE-5F28-4056-D566-F6ACB40CF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D864A-76DF-3547-4220-650AF84C0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F9BC8-F03F-3174-BE2A-A756279B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C96-F051-D940-856B-5B005AAE33AA}" type="datetime1">
              <a:rPr lang="fr-FR" smtClean="0"/>
              <a:t>22/04/2025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295DA-70AC-D340-4D3D-4448901E6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B409B-F3B8-1358-3FDA-FC5CB73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5019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3FB3-4A5D-30C9-C201-2D14A9308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B35DF2-04FE-4FF4-7D78-E434B2681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1C48D-E4BD-1F96-6A57-41667AA2F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5668F-ABFF-8E45-AC68-A2270C51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58976-861F-6C47-853E-08E022CB0ADE}" type="datetime1">
              <a:rPr lang="fr-FR" smtClean="0"/>
              <a:t>22/04/2025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5CF9D-1653-FF82-5386-D42253CE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C59AB-22DB-C4E5-825C-7FC437B7C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17450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7CA2-1AC6-8AA5-D07C-C29FF7A5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E7172-EC81-7E50-47F7-AD63AB8EF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8ACD2-A796-32BA-350B-85788748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1B6A-E8E9-5B4F-BA87-3BBE1FC11EAF}" type="datetime1">
              <a:rPr lang="fr-FR" smtClean="0"/>
              <a:t>22/04/2025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EEFFE-360B-DC7C-0067-D796F6AA6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EB1E0-E757-7436-10F2-23B4FEDC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0601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39D81-57E6-BBEB-8F14-746586C974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C9AF6-9B84-CE80-CB54-FA74B47B4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78D5A-B2A8-3387-EAB8-94DA2EB0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04AE-984B-6347-B964-13BAB683FEF0}" type="datetime1">
              <a:rPr lang="fr-FR" smtClean="0"/>
              <a:t>22/04/2025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D187A-F2E2-C6E4-F538-9BF4446A0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E5AD9-D435-02C2-B94E-BEC728626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05775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0170E-64BE-735E-37BF-2D310C8D4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56C19-35A0-3E15-D5D1-9A726A8F9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ED439-D844-2E5F-E969-547826710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356CD-DC27-D844-87F6-658CCA53101A}" type="datetime1">
              <a:rPr lang="fr-FR" smtClean="0"/>
              <a:t>22/04/2025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52B18-7339-A3C8-57F0-78AAB5C5A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B5171-2087-901E-86EE-4A3B85445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11315-3211-B248-AFF2-5AA3F362530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5755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iemichel/MapsModelsImporte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45/1778765.177880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620C09-19E3-FDC4-5B89-D1106D898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668" y="628764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</a:rPr>
              <a:t>IG3D project</a:t>
            </a:r>
            <a:br>
              <a:rPr lang="en-US" sz="4800" b="1" dirty="0">
                <a:solidFill>
                  <a:srgbClr val="FFFFFF"/>
                </a:solidFill>
              </a:rPr>
            </a:br>
            <a:r>
              <a:rPr lang="en-US" sz="1400" b="0" i="1" dirty="0">
                <a:solidFill>
                  <a:schemeClr val="bg1"/>
                </a:solidFill>
                <a:effectLst/>
                <a:latin typeface="-apple-system"/>
              </a:rPr>
              <a:t>Real-Time Lens Blur Effects and Focus Control</a:t>
            </a:r>
            <a:endParaRPr lang="en-US" sz="4800" b="1" i="1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B0F683B-A02B-0F3C-3C9D-9E54E1195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0668" y="4543606"/>
            <a:ext cx="4393278" cy="124448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dirty="0">
                <a:solidFill>
                  <a:srgbClr val="FFFFFF"/>
                </a:solidFill>
              </a:rPr>
              <a:t>Edward Daou (ID: 21400357)</a:t>
            </a:r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dirty="0">
                <a:solidFill>
                  <a:srgbClr val="FFFFFF"/>
                </a:solidFill>
              </a:rPr>
              <a:t>Edward.Daou@etu.sorbonne-universite.fr</a:t>
            </a:r>
          </a:p>
          <a:p>
            <a:pPr algn="l"/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dirty="0">
                <a:solidFill>
                  <a:srgbClr val="FFFFFF"/>
                </a:solidFill>
              </a:rPr>
              <a:t>22/04/2025</a:t>
            </a:r>
            <a:br>
              <a:rPr lang="en-US" sz="1500" dirty="0">
                <a:solidFill>
                  <a:srgbClr val="FFFFFF"/>
                </a:solidFill>
              </a:rPr>
            </a:br>
            <a:br>
              <a:rPr lang="en-US" sz="1500" dirty="0">
                <a:solidFill>
                  <a:srgbClr val="FFFFFF"/>
                </a:solidFill>
              </a:rPr>
            </a:b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Sorbonne Université| Sorbonne université">
            <a:extLst>
              <a:ext uri="{FF2B5EF4-FFF2-40B4-BE49-F238E27FC236}">
                <a16:creationId xmlns:a16="http://schemas.microsoft.com/office/drawing/2014/main" id="{ACFFDA87-9CBA-13A7-BA3E-639F03521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686599"/>
            <a:ext cx="3737164" cy="149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AC09E5-58B8-9D3E-5352-0D43C01A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1600"/>
            <a:ext cx="4445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  <a:defRPr/>
            </a:pPr>
            <a:fld id="{F5A11315-3211-B248-AFF2-5AA3F3625301}" type="slidenum">
              <a:rPr lang="en-US" sz="11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 sz="11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1065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AAC0086-BED0-3F2E-CD4D-C953340A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endParaRPr lang="en-FR" sz="4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693500-D3A6-20CC-609C-1DE06BA13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I. Paper Overview: research paper summary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II. A Retro Flight over Paris: process behind the scene construction</a:t>
            </a:r>
          </a:p>
          <a:p>
            <a:pPr marL="457200" lvl="1" indent="0">
              <a:buNone/>
            </a:pPr>
            <a:endParaRPr lang="en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2. Project Code Implementation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I. Depth of Field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II. Lens artifact: Chromatic Aberration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III. Compositing and Integration</a:t>
            </a:r>
          </a:p>
          <a:p>
            <a:pPr marL="457200" lvl="1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3. Conclusion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I. Results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II. Challenges and Further Implementations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F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AC09E5-58B8-9D3E-5352-0D43C01A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5A11315-3211-B248-AFF2-5AA3F3625301}" type="slidenum">
              <a:rPr lang="en-FR" sz="11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2</a:t>
            </a:fld>
            <a:endParaRPr lang="en-FR" sz="11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9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building&#10;&#10;AI-generated content may be incorrect.">
            <a:extLst>
              <a:ext uri="{FF2B5EF4-FFF2-40B4-BE49-F238E27FC236}">
                <a16:creationId xmlns:a16="http://schemas.microsoft.com/office/drawing/2014/main" id="{307E76A1-36F7-3351-3D02-EBD498023D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70" r="34775"/>
          <a:stretch/>
        </p:blipFill>
        <p:spPr>
          <a:xfrm>
            <a:off x="3306519" y="1587"/>
            <a:ext cx="4846882" cy="6856413"/>
          </a:xfrm>
          <a:custGeom>
            <a:avLst/>
            <a:gdLst/>
            <a:ahLst/>
            <a:cxnLst/>
            <a:rect l="l" t="t" r="r" b="b"/>
            <a:pathLst>
              <a:path w="5110407" h="6856413">
                <a:moveTo>
                  <a:pt x="121782" y="0"/>
                </a:moveTo>
                <a:lnTo>
                  <a:pt x="4731440" y="0"/>
                </a:lnTo>
                <a:lnTo>
                  <a:pt x="4775629" y="179775"/>
                </a:lnTo>
                <a:cubicBezTo>
                  <a:pt x="5052916" y="1415453"/>
                  <a:pt x="5165791" y="2739148"/>
                  <a:pt x="5084710" y="4108260"/>
                </a:cubicBezTo>
                <a:cubicBezTo>
                  <a:pt x="5038379" y="4890611"/>
                  <a:pt x="4930907" y="5650759"/>
                  <a:pt x="4768709" y="6381464"/>
                </a:cubicBezTo>
                <a:lnTo>
                  <a:pt x="4653290" y="6856413"/>
                </a:lnTo>
                <a:lnTo>
                  <a:pt x="0" y="6856413"/>
                </a:lnTo>
                <a:lnTo>
                  <a:pt x="21062" y="6803488"/>
                </a:lnTo>
                <a:cubicBezTo>
                  <a:pt x="355644" y="5917239"/>
                  <a:pt x="573134" y="4914171"/>
                  <a:pt x="636462" y="3844830"/>
                </a:cubicBezTo>
                <a:cubicBezTo>
                  <a:pt x="713862" y="2537857"/>
                  <a:pt x="550895" y="1302013"/>
                  <a:pt x="203879" y="236924"/>
                </a:cubicBezTo>
                <a:close/>
              </a:path>
            </a:pathLst>
          </a:cu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0AAC0086-BED0-3F2E-CD4D-C953340A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2" y="485775"/>
            <a:ext cx="2825506" cy="57197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Paper Overview</a:t>
            </a:r>
            <a:endParaRPr lang="en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693500-D3A6-20CC-609C-1DE06BA13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925" y="485774"/>
            <a:ext cx="3292475" cy="57197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Techniques: </a:t>
            </a:r>
          </a:p>
          <a:p>
            <a:pPr marL="514350" indent="-514350">
              <a:buAutoNum type="arabicPeriod"/>
            </a:pPr>
            <a:r>
              <a:rPr lang="en-US" sz="1800" dirty="0"/>
              <a:t>Layer Construction via Efficient Depth Peeling </a:t>
            </a:r>
          </a:p>
          <a:p>
            <a:pPr marL="514350" indent="-514350">
              <a:buAutoNum type="arabicPeriod" startAt="2"/>
            </a:pPr>
            <a:r>
              <a:rPr lang="en-US" sz="1800" dirty="0"/>
              <a:t>Computing Lens Rays </a:t>
            </a:r>
          </a:p>
          <a:p>
            <a:pPr marL="514350" indent="-514350">
              <a:buAutoNum type="arabicPeriod" startAt="3"/>
            </a:pPr>
            <a:r>
              <a:rPr lang="en-US" sz="1800" dirty="0"/>
              <a:t>Efficient Intersection Test</a:t>
            </a:r>
          </a:p>
          <a:p>
            <a:pPr marL="514350" indent="-514350">
              <a:buAutoNum type="arabicPeriod" startAt="4"/>
            </a:pPr>
            <a:r>
              <a:rPr lang="en-US" sz="1800" dirty="0"/>
              <a:t>Optical Aberration Simulation</a:t>
            </a:r>
          </a:p>
          <a:p>
            <a:pPr marL="514350" indent="-514350">
              <a:buAutoNum type="arabicPeriod" startAt="5"/>
            </a:pPr>
            <a:r>
              <a:rPr lang="en-US" sz="1800" dirty="0"/>
              <a:t>Focus Control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Novel enhancements: </a:t>
            </a:r>
          </a:p>
          <a:p>
            <a:pPr marL="514350" indent="-514350">
              <a:buAutoNum type="arabicPeriod"/>
            </a:pPr>
            <a:r>
              <a:rPr lang="en-US" sz="1800" dirty="0"/>
              <a:t>Optimized Efficiency for Real-Time Performance</a:t>
            </a:r>
          </a:p>
          <a:p>
            <a:pPr marL="514350" indent="-514350">
              <a:buAutoNum type="arabicPeriod"/>
            </a:pPr>
            <a:r>
              <a:rPr lang="en-US" sz="1800" dirty="0"/>
              <a:t>A Hybrid Rendering Approach</a:t>
            </a:r>
            <a:endParaRPr lang="en-US" sz="1800" b="1" dirty="0"/>
          </a:p>
          <a:p>
            <a:pPr marL="0" indent="0">
              <a:buNone/>
            </a:pPr>
            <a:endParaRPr lang="en-F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AC09E5-58B8-9D3E-5352-0D43C01A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96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5A11315-3211-B248-AFF2-5AA3F3625301}" type="slidenum">
              <a:rPr lang="en-FR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3</a:t>
            </a:fld>
            <a:endParaRPr lang="en-FR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401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1B808E-37EF-DC45-2EE9-AE217B774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031F94-C789-8C98-420F-AE67ED78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7" y="3574720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 Retro Flight over Paris</a:t>
            </a:r>
            <a:endParaRPr lang="en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CBD0D2-DD39-871E-E539-964409AF41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09"/>
          <a:stretch/>
        </p:blipFill>
        <p:spPr>
          <a:xfrm>
            <a:off x="20" y="11"/>
            <a:ext cx="12191980" cy="3428990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2401C41-C74A-E843-43B0-943A74D39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575" y="3532621"/>
            <a:ext cx="7485413" cy="3188854"/>
          </a:xfrm>
        </p:spPr>
        <p:txBody>
          <a:bodyPr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SCENE: 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We loaded onto Blender a panoramic view of the Pantheon-Jardin du Luxembourg area. This complex scene was chosen for its architectural richness, allowing us to effectively showcase the depth-peeling process. </a:t>
            </a:r>
          </a:p>
          <a:p>
            <a:pPr marL="0" indent="0">
              <a:buNone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 camera panning slowly over the city was added through manual keyframes.</a:t>
            </a:r>
          </a:p>
          <a:p>
            <a:pPr marL="0" indent="0">
              <a:buNone/>
            </a:pP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MESHES EXTRACTION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: Using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RenderDoc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(version 1.3), we extracted 3D data from Google Maps in the form of a .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rdc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file, enabling us to import them as polygonal textured meshes into Blender.</a:t>
            </a:r>
          </a:p>
          <a:p>
            <a:pPr marL="0" indent="0">
              <a:buNone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To facilitate the process, we used the </a:t>
            </a:r>
            <a:r>
              <a:rPr lang="en-US" sz="4800" i="1" dirty="0" err="1">
                <a:latin typeface="Arial" panose="020B0604020202020204" pitchFamily="34" charset="0"/>
                <a:cs typeface="Arial" panose="020B0604020202020204" pitchFamily="34" charset="0"/>
              </a:rPr>
              <a:t>MapsModelsImporter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add-on, available on GitHub: 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GitHub -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eliemichel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MapsModelsImporter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: A Blender add-on to import models from google maps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VISUAL ECONOMY: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To manage computational load, we intentionally preserved a low-poly representation of the scene.</a:t>
            </a:r>
          </a:p>
          <a:p>
            <a:pPr marL="0" indent="0">
              <a:buNone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For visual enhancement, a dynamic sky was added onto the scene.</a:t>
            </a:r>
          </a:p>
          <a:p>
            <a:pPr marL="0" indent="0">
              <a:buNone/>
            </a:pP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FR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40FCE3-8C86-9BF7-749A-2803FCED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5A11315-3211-B248-AFF2-5AA3F3625301}" type="slidenum">
              <a:rPr lang="en-FR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4</a:t>
            </a:fld>
            <a:endParaRPr lang="en-FR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49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AAC0086-BED0-3F2E-CD4D-C953340A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61" y="365125"/>
            <a:ext cx="10515600" cy="1325563"/>
          </a:xfrm>
        </p:spPr>
        <p:txBody>
          <a:bodyPr/>
          <a:lstStyle/>
          <a:p>
            <a:pPr lvl="1"/>
            <a:r>
              <a:rPr lang="en-US" sz="4400">
                <a:latin typeface="Arial" panose="020B0604020202020204" pitchFamily="34" charset="0"/>
                <a:cs typeface="Arial" panose="020B0604020202020204" pitchFamily="34" charset="0"/>
              </a:rPr>
              <a:t>Depth of Field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A08D6D16-2D5B-07AC-3ABF-FD327FC244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924041"/>
              </p:ext>
            </p:extLst>
          </p:nvPr>
        </p:nvGraphicFramePr>
        <p:xfrm>
          <a:off x="171774" y="1690688"/>
          <a:ext cx="607855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AC09E5-58B8-9D3E-5352-0D43C01A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z="140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FR" sz="1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5FABB95-25B5-2E4F-622C-93E5F97352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420" y="1690688"/>
            <a:ext cx="5617580" cy="335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671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AAC0086-BED0-3F2E-CD4D-C953340A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71" y="320675"/>
            <a:ext cx="10515600" cy="1325563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Lens artifact: Chromatic Aberration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693500-D3A6-20CC-609C-1DE06BA13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AC09E5-58B8-9D3E-5352-0D43C01A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z="140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FR" sz="1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extBox 2">
            <a:extLst>
              <a:ext uri="{FF2B5EF4-FFF2-40B4-BE49-F238E27FC236}">
                <a16:creationId xmlns:a16="http://schemas.microsoft.com/office/drawing/2014/main" id="{53F6D242-CC62-BDC4-81F4-4ECC3901D4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5562180"/>
              </p:ext>
            </p:extLst>
          </p:nvPr>
        </p:nvGraphicFramePr>
        <p:xfrm>
          <a:off x="187271" y="1969349"/>
          <a:ext cx="6129578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739251F-7D7A-158D-F7C2-B1F2BA0DAC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433" y="2056391"/>
            <a:ext cx="5455296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8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AAC0086-BED0-3F2E-CD4D-C953340A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59" y="681037"/>
            <a:ext cx="10515600" cy="1325563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Compositing and Integration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693500-D3A6-20CC-609C-1DE06BA13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AC09E5-58B8-9D3E-5352-0D43C01A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z="140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FR" sz="1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extBox 4">
            <a:extLst>
              <a:ext uri="{FF2B5EF4-FFF2-40B4-BE49-F238E27FC236}">
                <a16:creationId xmlns:a16="http://schemas.microsoft.com/office/drawing/2014/main" id="{1B41AB19-693B-CF61-1A88-B0842C0AAE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2461844"/>
              </p:ext>
            </p:extLst>
          </p:nvPr>
        </p:nvGraphicFramePr>
        <p:xfrm>
          <a:off x="384859" y="1825625"/>
          <a:ext cx="6094070" cy="4154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7991604-0898-C353-FE5C-33B8504BB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148" y="2185987"/>
            <a:ext cx="5349507" cy="334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6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AAC0086-BED0-3F2E-CD4D-C953340A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69" y="1365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AC09E5-58B8-9D3E-5352-0D43C01A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1315-3211-B248-AFF2-5AA3F3625301}" type="slidenum">
              <a:rPr lang="en-FR" sz="140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FR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B37B18F-FF35-9A0B-F772-7DEF73466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5404" y="120886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4" descr="A city with a dome&#10;&#10;AI-generated content may be incorrect.">
            <a:extLst>
              <a:ext uri="{FF2B5EF4-FFF2-40B4-BE49-F238E27FC236}">
                <a16:creationId xmlns:a16="http://schemas.microsoft.com/office/drawing/2014/main" id="{06F8BB5C-1DC4-077D-8C93-F3D748152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875" y="1352226"/>
            <a:ext cx="7382249" cy="415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9">
            <a:extLst>
              <a:ext uri="{FF2B5EF4-FFF2-40B4-BE49-F238E27FC236}">
                <a16:creationId xmlns:a16="http://schemas.microsoft.com/office/drawing/2014/main" id="{ED784934-9B8D-760D-9215-BF2BA5B622A7}"/>
              </a:ext>
            </a:extLst>
          </p:cNvPr>
          <p:cNvSpPr txBox="1">
            <a:spLocks/>
          </p:cNvSpPr>
          <p:nvPr/>
        </p:nvSpPr>
        <p:spPr>
          <a:xfrm>
            <a:off x="2404875" y="52682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Frame with emphasized chromatic aberration and different blur levels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across the depth</a:t>
            </a:r>
            <a:endParaRPr lang="en-F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27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AAC0086-BED0-3F2E-CD4D-C953340A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 dirty="0">
                <a:latin typeface="Arial" panose="020B0604020202020204" pitchFamily="34" charset="0"/>
                <a:cs typeface="Arial" panose="020B0604020202020204" pitchFamily="34" charset="0"/>
              </a:rPr>
              <a:t>Challenges and Further Implementations</a:t>
            </a:r>
            <a:endParaRPr lang="en-FR" sz="3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693500-D3A6-20CC-609C-1DE06BA13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Challenges/Limitations: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Significant Rendering Time and Computational Demands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Dependency on Post-Rendered Compositing</a:t>
            </a:r>
          </a:p>
          <a:p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 of enhancements: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Ray tracing implementation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Spherical aberration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Physical Lens Model Integration</a:t>
            </a:r>
            <a:endParaRPr lang="en-FR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Metal pendulum">
            <a:extLst>
              <a:ext uri="{FF2B5EF4-FFF2-40B4-BE49-F238E27FC236}">
                <a16:creationId xmlns:a16="http://schemas.microsoft.com/office/drawing/2014/main" id="{3619BEB0-2FDA-D48D-4B63-660E4A6F74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07" r="16776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AC09E5-58B8-9D3E-5352-0D43C01A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5A11315-3211-B248-AFF2-5AA3F3625301}" type="slidenum">
              <a:rPr lang="en-FR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9</a:t>
            </a:fld>
            <a:endParaRPr lang="en-FR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3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AAC0086-BED0-3F2E-CD4D-C953340A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lang="en-FR" sz="4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693500-D3A6-20CC-609C-1DE06BA13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Lee, S., Eisemann, E., &amp; Seidel, H.-P. (2010). Real-time lens blur effects and focus control. ACM Transactions on Graphics (Proceedings of SIGGRAPH), 29(4), Article 65.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https://doi.org/10.1145/1778765.1778802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AC09E5-58B8-9D3E-5352-0D43C01A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5A11315-3211-B248-AFF2-5AA3F3625301}" type="slidenum">
              <a:rPr lang="en-FR" sz="11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10</a:t>
            </a:fld>
            <a:endParaRPr lang="en-FR" sz="11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73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571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Office Theme</vt:lpstr>
      <vt:lpstr>IG3D project Real-Time Lens Blur Effects and Focus Control</vt:lpstr>
      <vt:lpstr>Plan</vt:lpstr>
      <vt:lpstr>Paper Overview</vt:lpstr>
      <vt:lpstr>A Retro Flight over Paris</vt:lpstr>
      <vt:lpstr>Depth of Field</vt:lpstr>
      <vt:lpstr>Lens artifact: Chromatic Aberration</vt:lpstr>
      <vt:lpstr>Compositing and Integration</vt:lpstr>
      <vt:lpstr>Results</vt:lpstr>
      <vt:lpstr>Challenges and Further Implementations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ARSLAN Janan</dc:creator>
  <cp:lastModifiedBy>Edward Daou (Alumni)</cp:lastModifiedBy>
  <cp:revision>43</cp:revision>
  <dcterms:created xsi:type="dcterms:W3CDTF">2024-03-14T14:34:14Z</dcterms:created>
  <dcterms:modified xsi:type="dcterms:W3CDTF">2025-04-22T15:15:48Z</dcterms:modified>
</cp:coreProperties>
</file>